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2" r:id="rId4"/>
    <p:sldMasterId id="2147483821" r:id="rId5"/>
  </p:sldMasterIdLst>
  <p:notesMasterIdLst>
    <p:notesMasterId r:id="rId12"/>
  </p:notesMasterIdLst>
  <p:handoutMasterIdLst>
    <p:handoutMasterId r:id="rId13"/>
  </p:handoutMasterIdLst>
  <p:sldIdLst>
    <p:sldId id="262" r:id="rId6"/>
    <p:sldId id="321" r:id="rId7"/>
    <p:sldId id="279" r:id="rId8"/>
    <p:sldId id="320" r:id="rId9"/>
    <p:sldId id="351" r:id="rId10"/>
    <p:sldId id="302"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B26"/>
    <a:srgbClr val="4C574C"/>
    <a:srgbClr val="66604E"/>
    <a:srgbClr val="494949"/>
    <a:srgbClr val="525548"/>
    <a:srgbClr val="3E4036"/>
    <a:srgbClr val="262B27"/>
    <a:srgbClr val="202320"/>
    <a:srgbClr val="33352C"/>
    <a:srgbClr val="3435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496B12-214E-4187-9DE6-3F43C77F42C8}" v="218" dt="2025-11-23T22:04:07.6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56"/>
    <p:restoredTop sz="94564"/>
  </p:normalViewPr>
  <p:slideViewPr>
    <p:cSldViewPr snapToGrid="0">
      <p:cViewPr varScale="1">
        <p:scale>
          <a:sx n="139" d="100"/>
          <a:sy n="139" d="100"/>
        </p:scale>
        <p:origin x="288" y="16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AFF942-DFCB-8830-9ACE-094A811981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E9A2309C-E2F7-8E21-2087-3F79B925DF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D73871-A89C-4923-A50E-D2ECEA295AFB}" type="datetimeFigureOut">
              <a:rPr lang="en-IN" smtClean="0"/>
              <a:t>23-11-2025</a:t>
            </a:fld>
            <a:endParaRPr lang="en-IN"/>
          </a:p>
        </p:txBody>
      </p:sp>
      <p:sp>
        <p:nvSpPr>
          <p:cNvPr id="4" name="Footer Placeholder 3">
            <a:extLst>
              <a:ext uri="{FF2B5EF4-FFF2-40B4-BE49-F238E27FC236}">
                <a16:creationId xmlns:a16="http://schemas.microsoft.com/office/drawing/2014/main" id="{62D2C05B-A738-6611-6D49-285704E66E0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2025 Copyright Genpact. All Rights Reserved.</a:t>
            </a:r>
            <a:endParaRPr lang="en-IN"/>
          </a:p>
        </p:txBody>
      </p:sp>
      <p:sp>
        <p:nvSpPr>
          <p:cNvPr id="5" name="Slide Number Placeholder 4">
            <a:extLst>
              <a:ext uri="{FF2B5EF4-FFF2-40B4-BE49-F238E27FC236}">
                <a16:creationId xmlns:a16="http://schemas.microsoft.com/office/drawing/2014/main" id="{C2CBA30E-90E5-5CA9-99D3-F61A22265C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C2880E-790E-4CF7-A789-ECC92F40E95D}" type="slidenum">
              <a:rPr lang="en-IN" smtClean="0"/>
              <a:t>‹#›</a:t>
            </a:fld>
            <a:endParaRPr lang="en-IN"/>
          </a:p>
        </p:txBody>
      </p:sp>
    </p:spTree>
    <p:extLst>
      <p:ext uri="{BB962C8B-B14F-4D97-AF65-F5344CB8AC3E}">
        <p14:creationId xmlns:p14="http://schemas.microsoft.com/office/powerpoint/2010/main" val="381158709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9734B9-555B-B849-9C8D-8A1E8B6E136E}" type="datetimeFigureOut">
              <a:rPr lang="en-GB" smtClean="0"/>
              <a:t>23/11/2025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2025 Copyright Genpact. All Rights Reserved.</a:t>
            </a: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9FFD3E-1587-764D-BD19-EA0F1A2804F6}" type="slidenum">
              <a:rPr lang="en-GB" smtClean="0"/>
              <a:t>‹#›</a:t>
            </a:fld>
            <a:endParaRPr lang="en-GB"/>
          </a:p>
        </p:txBody>
      </p:sp>
    </p:spTree>
    <p:extLst>
      <p:ext uri="{BB962C8B-B14F-4D97-AF65-F5344CB8AC3E}">
        <p14:creationId xmlns:p14="http://schemas.microsoft.com/office/powerpoint/2010/main" val="358534856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s/slide4.xml"/><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10.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slide" Target="../slides/slide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le Sl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BF638A-8A47-15D7-CDFF-817BA1CDC54B}"/>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9" name="Picture 8" descr="A black and white logo&#10;&#10;Description automatically generated">
            <a:extLst>
              <a:ext uri="{FF2B5EF4-FFF2-40B4-BE49-F238E27FC236}">
                <a16:creationId xmlns:a16="http://schemas.microsoft.com/office/drawing/2014/main" id="{18AF8C1F-18E3-1C68-B20F-77B720EBF0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68" y="426423"/>
            <a:ext cx="2656930" cy="1393094"/>
          </a:xfrm>
          <a:prstGeom prst="rect">
            <a:avLst/>
          </a:prstGeom>
        </p:spPr>
      </p:pic>
      <p:sp>
        <p:nvSpPr>
          <p:cNvPr id="14" name="Google Shape;22;p26">
            <a:extLst>
              <a:ext uri="{FF2B5EF4-FFF2-40B4-BE49-F238E27FC236}">
                <a16:creationId xmlns:a16="http://schemas.microsoft.com/office/drawing/2014/main" id="{DDB3BA56-EAD5-5D65-30E3-BD8F506E16D2}"/>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10000"/>
                    <a:lumOff val="90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cxnSp>
        <p:nvCxnSpPr>
          <p:cNvPr id="15" name="Straight Connector 14">
            <a:extLst>
              <a:ext uri="{FF2B5EF4-FFF2-40B4-BE49-F238E27FC236}">
                <a16:creationId xmlns:a16="http://schemas.microsoft.com/office/drawing/2014/main" id="{3484EDBC-1EE3-09B7-D98C-A5145060C1C2}"/>
              </a:ext>
            </a:extLst>
          </p:cNvPr>
          <p:cNvCxnSpPr>
            <a:cxnSpLocks/>
          </p:cNvCxnSpPr>
          <p:nvPr userDrawn="1"/>
        </p:nvCxnSpPr>
        <p:spPr>
          <a:xfrm>
            <a:off x="910210" y="4109292"/>
            <a:ext cx="411130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6" name="Google Shape;18;p26">
            <a:extLst>
              <a:ext uri="{FF2B5EF4-FFF2-40B4-BE49-F238E27FC236}">
                <a16:creationId xmlns:a16="http://schemas.microsoft.com/office/drawing/2014/main" id="{5D7BE2E0-D859-8133-0A18-808CF49D4162}"/>
              </a:ext>
            </a:extLst>
          </p:cNvPr>
          <p:cNvSpPr txBox="1">
            <a:spLocks noGrp="1"/>
          </p:cNvSpPr>
          <p:nvPr>
            <p:ph type="title" hasCustomPrompt="1"/>
          </p:nvPr>
        </p:nvSpPr>
        <p:spPr>
          <a:xfrm>
            <a:off x="910210" y="2307321"/>
            <a:ext cx="4111308" cy="1714495"/>
          </a:xfrm>
          <a:prstGeom prst="rect">
            <a:avLst/>
          </a:prstGeom>
          <a:noFill/>
          <a:ln>
            <a:noFill/>
          </a:ln>
        </p:spPr>
        <p:txBody>
          <a:bodyPr spcFirstLastPara="1" wrap="square" lIns="0" tIns="45700" rIns="91425" bIns="0" anchor="b" anchorCtr="0">
            <a:noAutofit/>
          </a:bodyPr>
          <a:lstStyle>
            <a:lvl1pPr lvl="0" algn="l">
              <a:lnSpc>
                <a:spcPct val="80000"/>
              </a:lnSpc>
              <a:spcBef>
                <a:spcPts val="0"/>
              </a:spcBef>
              <a:spcAft>
                <a:spcPts val="0"/>
              </a:spcAft>
              <a:buSzPts val="3200"/>
              <a:buNone/>
              <a:defRPr sz="7250" b="1" i="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 Slide</a:t>
            </a:r>
            <a:endParaRPr/>
          </a:p>
        </p:txBody>
      </p:sp>
      <p:sp>
        <p:nvSpPr>
          <p:cNvPr id="17" name="Google Shape;24;p26">
            <a:extLst>
              <a:ext uri="{FF2B5EF4-FFF2-40B4-BE49-F238E27FC236}">
                <a16:creationId xmlns:a16="http://schemas.microsoft.com/office/drawing/2014/main" id="{F45BC6CB-DF2E-693A-1779-75C11CA0D2CB}"/>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p>
        </p:txBody>
      </p:sp>
      <p:sp>
        <p:nvSpPr>
          <p:cNvPr id="2" name="Google Shape;22;p26">
            <a:extLst>
              <a:ext uri="{FF2B5EF4-FFF2-40B4-BE49-F238E27FC236}">
                <a16:creationId xmlns:a16="http://schemas.microsoft.com/office/drawing/2014/main" id="{03C0A8B4-480D-85E4-EB3F-2ABAB69FD3F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Picture Placeholder 7">
            <a:extLst>
              <a:ext uri="{FF2B5EF4-FFF2-40B4-BE49-F238E27FC236}">
                <a16:creationId xmlns:a16="http://schemas.microsoft.com/office/drawing/2014/main" id="{03799AF4-66B1-F3D0-8275-42F705CCD419}"/>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680473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8" name="Picture Placeholder 7">
            <a:extLst>
              <a:ext uri="{FF2B5EF4-FFF2-40B4-BE49-F238E27FC236}">
                <a16:creationId xmlns:a16="http://schemas.microsoft.com/office/drawing/2014/main" id="{AC849FFF-65F3-85CF-B3DF-624622CC1D1F}"/>
              </a:ext>
            </a:extLst>
          </p:cNvPr>
          <p:cNvSpPr>
            <a:spLocks noGrp="1"/>
          </p:cNvSpPr>
          <p:nvPr>
            <p:ph type="pic" sz="quarter" idx="10"/>
          </p:nvPr>
        </p:nvSpPr>
        <p:spPr>
          <a:xfrm>
            <a:off x="6096000" y="0"/>
            <a:ext cx="6096000" cy="6858000"/>
          </a:xfrm>
        </p:spPr>
        <p:txBody>
          <a:bodyPr/>
          <a:lstStyle/>
          <a:p>
            <a:endParaRPr lang="en-IN"/>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579967"/>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dirty="0">
                <a:solidFill>
                  <a:schemeClr val="bg1"/>
                </a:solidFill>
                <a:latin typeface="Funnel Sans" pitchFamily="2" charset="0"/>
                <a:sym typeface="Georgia"/>
              </a:rPr>
              <a:t>Title Slide</a:t>
            </a:r>
            <a:endParaRPr dirty="0"/>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484154"/>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385336"/>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1DC78D17-A852-450F-A253-70AA3229F384}"/>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304044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08DED2-D351-6F02-97F0-EC8D5DB87D78}"/>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6" name="Graphic 5">
            <a:extLst>
              <a:ext uri="{FF2B5EF4-FFF2-40B4-BE49-F238E27FC236}">
                <a16:creationId xmlns:a16="http://schemas.microsoft.com/office/drawing/2014/main" id="{64A1C97A-8611-4A24-A3B9-7CA7D0758DB3}"/>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32" name="Google Shape;24;p26">
            <a:extLst>
              <a:ext uri="{FF2B5EF4-FFF2-40B4-BE49-F238E27FC236}">
                <a16:creationId xmlns:a16="http://schemas.microsoft.com/office/drawing/2014/main" id="{CD5D790D-9423-B18B-2082-61298E142DFA}"/>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33" name="Google Shape;24;p26">
            <a:extLst>
              <a:ext uri="{FF2B5EF4-FFF2-40B4-BE49-F238E27FC236}">
                <a16:creationId xmlns:a16="http://schemas.microsoft.com/office/drawing/2014/main" id="{FAC077C5-23DB-6672-D948-DEFEE9E8266F}"/>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34" name="Google Shape;24;p26">
            <a:extLst>
              <a:ext uri="{FF2B5EF4-FFF2-40B4-BE49-F238E27FC236}">
                <a16:creationId xmlns:a16="http://schemas.microsoft.com/office/drawing/2014/main" id="{2918299F-FCC7-1765-77FB-44EB16488DB3}"/>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35" name="Google Shape;24;p26">
            <a:extLst>
              <a:ext uri="{FF2B5EF4-FFF2-40B4-BE49-F238E27FC236}">
                <a16:creationId xmlns:a16="http://schemas.microsoft.com/office/drawing/2014/main" id="{1F0EBE5B-16A9-6E53-E884-D6A6B0D8C39C}"/>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36" name="Google Shape;24;p26">
            <a:extLst>
              <a:ext uri="{FF2B5EF4-FFF2-40B4-BE49-F238E27FC236}">
                <a16:creationId xmlns:a16="http://schemas.microsoft.com/office/drawing/2014/main" id="{67FF5144-A4A4-1D38-9F43-B38D8CDE582F}"/>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37" name="Google Shape;24;p26">
            <a:extLst>
              <a:ext uri="{FF2B5EF4-FFF2-40B4-BE49-F238E27FC236}">
                <a16:creationId xmlns:a16="http://schemas.microsoft.com/office/drawing/2014/main" id="{B9E94BB8-D4CD-EDF0-4B6E-0D409D46B46D}"/>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8" name="Google Shape;18;p26">
            <a:extLst>
              <a:ext uri="{FF2B5EF4-FFF2-40B4-BE49-F238E27FC236}">
                <a16:creationId xmlns:a16="http://schemas.microsoft.com/office/drawing/2014/main" id="{0FB8683D-0CDA-5A7B-8A1E-49E07216AD49}"/>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sp>
        <p:nvSpPr>
          <p:cNvPr id="2" name="Google Shape;22;p26">
            <a:extLst>
              <a:ext uri="{FF2B5EF4-FFF2-40B4-BE49-F238E27FC236}">
                <a16:creationId xmlns:a16="http://schemas.microsoft.com/office/drawing/2014/main" id="{E54128B7-0DEE-77CB-AEBE-B9DF33ED228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0" name="Google Shape;21;p33">
            <a:extLst>
              <a:ext uri="{FF2B5EF4-FFF2-40B4-BE49-F238E27FC236}">
                <a16:creationId xmlns:a16="http://schemas.microsoft.com/office/drawing/2014/main" id="{4F1D0F46-507B-8710-6651-EFCE6B7CB61E}"/>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4" name="Picture Placeholder 7">
            <a:extLst>
              <a:ext uri="{FF2B5EF4-FFF2-40B4-BE49-F238E27FC236}">
                <a16:creationId xmlns:a16="http://schemas.microsoft.com/office/drawing/2014/main" id="{F591AD48-8FBC-318B-49FA-FE9A73E20A09}"/>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2581429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ACC8BE-A123-06A2-95AD-E271B3CF0798}"/>
              </a:ext>
            </a:extLst>
          </p:cNvPr>
          <p:cNvSpPr/>
          <p:nvPr userDrawn="1"/>
        </p:nvSpPr>
        <p:spPr>
          <a:xfrm>
            <a:off x="1"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17" name="Google Shape;24;p26">
            <a:extLst>
              <a:ext uri="{FF2B5EF4-FFF2-40B4-BE49-F238E27FC236}">
                <a16:creationId xmlns:a16="http://schemas.microsoft.com/office/drawing/2014/main" id="{571F4C8A-17D0-03EC-6FE5-68182450E9D0}"/>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18" name="Google Shape;24;p26">
            <a:extLst>
              <a:ext uri="{FF2B5EF4-FFF2-40B4-BE49-F238E27FC236}">
                <a16:creationId xmlns:a16="http://schemas.microsoft.com/office/drawing/2014/main" id="{7C2E7A43-14D0-2BEA-3CA6-EFC63FD46BC0}"/>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19" name="Google Shape;24;p26">
            <a:extLst>
              <a:ext uri="{FF2B5EF4-FFF2-40B4-BE49-F238E27FC236}">
                <a16:creationId xmlns:a16="http://schemas.microsoft.com/office/drawing/2014/main" id="{5531E261-A54F-5BF1-3194-2FAA774C4FD2}"/>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20" name="Google Shape;24;p26">
            <a:extLst>
              <a:ext uri="{FF2B5EF4-FFF2-40B4-BE49-F238E27FC236}">
                <a16:creationId xmlns:a16="http://schemas.microsoft.com/office/drawing/2014/main" id="{CA7BD352-7A1C-E13F-955C-68CD790D5CDB}"/>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21" name="Google Shape;24;p26">
            <a:extLst>
              <a:ext uri="{FF2B5EF4-FFF2-40B4-BE49-F238E27FC236}">
                <a16:creationId xmlns:a16="http://schemas.microsoft.com/office/drawing/2014/main" id="{7B8DDF4D-2608-54F6-C2D8-97AA4F078683}"/>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22" name="Google Shape;24;p26">
            <a:extLst>
              <a:ext uri="{FF2B5EF4-FFF2-40B4-BE49-F238E27FC236}">
                <a16:creationId xmlns:a16="http://schemas.microsoft.com/office/drawing/2014/main" id="{BFD52ACE-1943-F107-4F60-E869E751C393}"/>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5" name="Google Shape;18;p26">
            <a:extLst>
              <a:ext uri="{FF2B5EF4-FFF2-40B4-BE49-F238E27FC236}">
                <a16:creationId xmlns:a16="http://schemas.microsoft.com/office/drawing/2014/main" id="{F58EC344-CBD9-11BC-201D-E1E1D48364AF}"/>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pic>
        <p:nvPicPr>
          <p:cNvPr id="25" name="Graphic 24">
            <a:extLst>
              <a:ext uri="{FF2B5EF4-FFF2-40B4-BE49-F238E27FC236}">
                <a16:creationId xmlns:a16="http://schemas.microsoft.com/office/drawing/2014/main" id="{CAD70370-529C-AB08-D974-788D40274038}"/>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1" y="238990"/>
            <a:ext cx="572666" cy="629931"/>
          </a:xfrm>
          <a:prstGeom prst="rect">
            <a:avLst/>
          </a:prstGeom>
        </p:spPr>
      </p:pic>
      <p:sp>
        <p:nvSpPr>
          <p:cNvPr id="2" name="Google Shape;22;p26">
            <a:extLst>
              <a:ext uri="{FF2B5EF4-FFF2-40B4-BE49-F238E27FC236}">
                <a16:creationId xmlns:a16="http://schemas.microsoft.com/office/drawing/2014/main" id="{9A8133DD-84D2-D748-0ABC-BF6ED0DADA4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FC1FB6F3-18DD-A2B2-69C1-9A8C82F7FFA8}"/>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4" name="Picture Placeholder 7">
            <a:extLst>
              <a:ext uri="{FF2B5EF4-FFF2-40B4-BE49-F238E27FC236}">
                <a16:creationId xmlns:a16="http://schemas.microsoft.com/office/drawing/2014/main" id="{C47BC8DF-0544-72F7-079D-7D37B6655FB2}"/>
              </a:ext>
            </a:extLst>
          </p:cNvPr>
          <p:cNvSpPr>
            <a:spLocks noGrp="1"/>
          </p:cNvSpPr>
          <p:nvPr>
            <p:ph type="pic" sz="quarter" idx="10"/>
          </p:nvPr>
        </p:nvSpPr>
        <p:spPr>
          <a:xfrm>
            <a:off x="6096000" y="0"/>
            <a:ext cx="6096000" cy="6858000"/>
          </a:xfrm>
        </p:spPr>
        <p:txBody>
          <a:bodyPr/>
          <a:lstStyle/>
          <a:p>
            <a:endParaRPr lang="en-IN"/>
          </a:p>
        </p:txBody>
      </p:sp>
    </p:spTree>
    <p:extLst>
      <p:ext uri="{BB962C8B-B14F-4D97-AF65-F5344CB8AC3E}">
        <p14:creationId xmlns:p14="http://schemas.microsoft.com/office/powerpoint/2010/main" val="832729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reak Slide 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2" name="Google Shape;41;p28">
            <a:extLst>
              <a:ext uri="{FF2B5EF4-FFF2-40B4-BE49-F238E27FC236}">
                <a16:creationId xmlns:a16="http://schemas.microsoft.com/office/drawing/2014/main" id="{53BD9F75-D4D5-1671-69E7-8827B8F0E17C}"/>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6" name="Google Shape;24;p26">
            <a:extLst>
              <a:ext uri="{FF2B5EF4-FFF2-40B4-BE49-F238E27FC236}">
                <a16:creationId xmlns:a16="http://schemas.microsoft.com/office/drawing/2014/main" id="{45B6F066-7027-6C8D-88C9-A63310804D1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9" name="Straight Connector 8">
            <a:extLst>
              <a:ext uri="{FF2B5EF4-FFF2-40B4-BE49-F238E27FC236}">
                <a16:creationId xmlns:a16="http://schemas.microsoft.com/office/drawing/2014/main" id="{0BF47ABB-BAA1-ED1A-C2CB-08A5AD2BF2C4}"/>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 name="Google Shape;22;p26">
            <a:extLst>
              <a:ext uri="{FF2B5EF4-FFF2-40B4-BE49-F238E27FC236}">
                <a16:creationId xmlns:a16="http://schemas.microsoft.com/office/drawing/2014/main" id="{B4F2EE16-3133-4741-9B83-27EEFFB40CB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1" name="Google Shape;21;p33">
            <a:extLst>
              <a:ext uri="{FF2B5EF4-FFF2-40B4-BE49-F238E27FC236}">
                <a16:creationId xmlns:a16="http://schemas.microsoft.com/office/drawing/2014/main" id="{4EF2AD72-C585-8DFC-D8C6-7C66CF850725}"/>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624547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reak Slide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7782AB7-F991-DB56-558C-B246AABA84E3}"/>
              </a:ext>
            </a:extLst>
          </p:cNvPr>
          <p:cNvSpPr>
            <a:spLocks noGrp="1"/>
          </p:cNvSpPr>
          <p:nvPr>
            <p:ph type="pic" sz="quarter" idx="10"/>
          </p:nvPr>
        </p:nvSpPr>
        <p:spPr>
          <a:xfrm>
            <a:off x="0" y="-1"/>
            <a:ext cx="12190413" cy="6858001"/>
          </a:xfrm>
        </p:spPr>
        <p:txBody>
          <a:bodyPr/>
          <a:lstStyle/>
          <a:p>
            <a:endParaRPr lang="en-IN"/>
          </a:p>
        </p:txBody>
      </p:sp>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4" name="Google Shape;41;p28">
            <a:extLst>
              <a:ext uri="{FF2B5EF4-FFF2-40B4-BE49-F238E27FC236}">
                <a16:creationId xmlns:a16="http://schemas.microsoft.com/office/drawing/2014/main" id="{E0A28E8E-74E7-8041-0258-301147A1B7AF}"/>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15" name="Google Shape;24;p26">
            <a:extLst>
              <a:ext uri="{FF2B5EF4-FFF2-40B4-BE49-F238E27FC236}">
                <a16:creationId xmlns:a16="http://schemas.microsoft.com/office/drawing/2014/main" id="{6A0C8B14-2FB7-5C89-EE4F-E5ABCD33044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16" name="Straight Connector 15">
            <a:extLst>
              <a:ext uri="{FF2B5EF4-FFF2-40B4-BE49-F238E27FC236}">
                <a16:creationId xmlns:a16="http://schemas.microsoft.com/office/drawing/2014/main" id="{996DFDB4-8792-0DBC-A28F-B978788E0872}"/>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02322672-9E18-DF0D-FB66-4A5EF7EA94CD}"/>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7" name="Google Shape;21;p33">
            <a:extLst>
              <a:ext uri="{FF2B5EF4-FFF2-40B4-BE49-F238E27FC236}">
                <a16:creationId xmlns:a16="http://schemas.microsoft.com/office/drawing/2014/main" id="{1B33AA57-A469-D3D7-512B-6C47E0FF7CC8}"/>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67951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Break Slide 2">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0B73F427-C17E-4D6F-5482-048D53CC5F09}"/>
              </a:ext>
            </a:extLst>
          </p:cNvPr>
          <p:cNvSpPr>
            <a:spLocks noGrp="1"/>
          </p:cNvSpPr>
          <p:nvPr>
            <p:ph type="pic" sz="quarter" idx="10"/>
          </p:nvPr>
        </p:nvSpPr>
        <p:spPr>
          <a:xfrm>
            <a:off x="0" y="-1"/>
            <a:ext cx="12190413" cy="6858001"/>
          </a:xfrm>
        </p:spPr>
        <p:txBody>
          <a:bodyPr/>
          <a:lstStyle/>
          <a:p>
            <a:endParaRPr lang="en-IN"/>
          </a:p>
        </p:txBody>
      </p:sp>
      <p:pic>
        <p:nvPicPr>
          <p:cNvPr id="3" name="Graphic 2">
            <a:extLst>
              <a:ext uri="{FF2B5EF4-FFF2-40B4-BE49-F238E27FC236}">
                <a16:creationId xmlns:a16="http://schemas.microsoft.com/office/drawing/2014/main" id="{DCCB0F4C-3F26-BA7E-616F-A197B95C390C}"/>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2" name="Google Shape;41;p28">
            <a:extLst>
              <a:ext uri="{FF2B5EF4-FFF2-40B4-BE49-F238E27FC236}">
                <a16:creationId xmlns:a16="http://schemas.microsoft.com/office/drawing/2014/main" id="{B1824BAF-E3BC-FBA5-DE07-555B0B0D068C}"/>
              </a:ext>
            </a:extLst>
          </p:cNvPr>
          <p:cNvSpPr txBox="1">
            <a:spLocks noGrp="1"/>
          </p:cNvSpPr>
          <p:nvPr>
            <p:ph type="title" hasCustomPrompt="1"/>
          </p:nvPr>
        </p:nvSpPr>
        <p:spPr>
          <a:xfrm>
            <a:off x="910210" y="2284470"/>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Break Slide</a:t>
            </a:r>
            <a:endParaRPr/>
          </a:p>
        </p:txBody>
      </p:sp>
      <p:sp>
        <p:nvSpPr>
          <p:cNvPr id="6" name="Google Shape;24;p26">
            <a:extLst>
              <a:ext uri="{FF2B5EF4-FFF2-40B4-BE49-F238E27FC236}">
                <a16:creationId xmlns:a16="http://schemas.microsoft.com/office/drawing/2014/main" id="{1464962D-83C2-E7E0-2178-08E7E3B6CD6F}"/>
              </a:ext>
            </a:extLst>
          </p:cNvPr>
          <p:cNvSpPr txBox="1">
            <a:spLocks noGrp="1"/>
          </p:cNvSpPr>
          <p:nvPr>
            <p:ph type="body" idx="2" hasCustomPrompt="1"/>
          </p:nvPr>
        </p:nvSpPr>
        <p:spPr>
          <a:xfrm>
            <a:off x="910210" y="421420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1"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Part Two</a:t>
            </a:r>
          </a:p>
        </p:txBody>
      </p:sp>
      <p:cxnSp>
        <p:nvCxnSpPr>
          <p:cNvPr id="9" name="Straight Connector 8">
            <a:extLst>
              <a:ext uri="{FF2B5EF4-FFF2-40B4-BE49-F238E27FC236}">
                <a16:creationId xmlns:a16="http://schemas.microsoft.com/office/drawing/2014/main" id="{09328822-9300-A4BD-ACAF-5720BD7EC96B}"/>
              </a:ext>
            </a:extLst>
          </p:cNvPr>
          <p:cNvCxnSpPr/>
          <p:nvPr userDrawn="1"/>
        </p:nvCxnSpPr>
        <p:spPr>
          <a:xfrm>
            <a:off x="910210" y="4109292"/>
            <a:ext cx="40046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7" name="Google Shape;22;p26">
            <a:extLst>
              <a:ext uri="{FF2B5EF4-FFF2-40B4-BE49-F238E27FC236}">
                <a16:creationId xmlns:a16="http://schemas.microsoft.com/office/drawing/2014/main" id="{C7D9C8D9-D5F1-B8CB-545C-C5AD77328B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1" name="Google Shape;21;p33">
            <a:extLst>
              <a:ext uri="{FF2B5EF4-FFF2-40B4-BE49-F238E27FC236}">
                <a16:creationId xmlns:a16="http://schemas.microsoft.com/office/drawing/2014/main" id="{84D80696-78E7-2436-F44C-882FFC1FBFDB}"/>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816811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with Subtitle 2">
    <p:bg>
      <p:bgPr>
        <a:solidFill>
          <a:schemeClr val="tx1"/>
        </a:solidFill>
        <a:effectLst/>
      </p:bgPr>
    </p:bg>
    <p:spTree>
      <p:nvGrpSpPr>
        <p:cNvPr id="1" name=""/>
        <p:cNvGrpSpPr/>
        <p:nvPr/>
      </p:nvGrpSpPr>
      <p:grpSpPr>
        <a:xfrm>
          <a:off x="0" y="0"/>
          <a:ext cx="0" cy="0"/>
          <a:chOff x="0" y="0"/>
          <a:chExt cx="0" cy="0"/>
        </a:xfrm>
      </p:grpSpPr>
      <p:sp>
        <p:nvSpPr>
          <p:cNvPr id="4" name="Google Shape;24;p26">
            <a:extLst>
              <a:ext uri="{FF2B5EF4-FFF2-40B4-BE49-F238E27FC236}">
                <a16:creationId xmlns:a16="http://schemas.microsoft.com/office/drawing/2014/main" id="{7D928B5C-F90E-335F-FF83-2AE5D6633DE6}"/>
              </a:ext>
            </a:extLst>
          </p:cNvPr>
          <p:cNvSpPr txBox="1">
            <a:spLocks noGrp="1"/>
          </p:cNvSpPr>
          <p:nvPr>
            <p:ph type="body" idx="2" hasCustomPrompt="1"/>
          </p:nvPr>
        </p:nvSpPr>
        <p:spPr>
          <a:xfrm>
            <a:off x="993896" y="1055697"/>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bg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7" name="Text Placeholder 29">
            <a:extLst>
              <a:ext uri="{FF2B5EF4-FFF2-40B4-BE49-F238E27FC236}">
                <a16:creationId xmlns:a16="http://schemas.microsoft.com/office/drawing/2014/main" id="{46482378-AECD-3D9B-EAD3-584511C7220A}"/>
              </a:ext>
            </a:extLst>
          </p:cNvPr>
          <p:cNvSpPr>
            <a:spLocks noGrp="1"/>
          </p:cNvSpPr>
          <p:nvPr>
            <p:ph type="body" sz="quarter" idx="12"/>
          </p:nvPr>
        </p:nvSpPr>
        <p:spPr>
          <a:xfrm>
            <a:off x="993896"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D1E70E66-2D85-AF1C-EBE2-3897458CE370}"/>
              </a:ext>
            </a:extLst>
          </p:cNvPr>
          <p:cNvSpPr>
            <a:spLocks noGrp="1"/>
          </p:cNvSpPr>
          <p:nvPr>
            <p:ph type="body" sz="quarter" idx="14"/>
          </p:nvPr>
        </p:nvSpPr>
        <p:spPr>
          <a:xfrm>
            <a:off x="6096000"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3" name="Graphic 2">
            <a:extLst>
              <a:ext uri="{FF2B5EF4-FFF2-40B4-BE49-F238E27FC236}">
                <a16:creationId xmlns:a16="http://schemas.microsoft.com/office/drawing/2014/main" id="{A609A96A-8F24-9528-E836-E7DDD980E1D8}"/>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4" name="Google Shape;18;p26">
            <a:extLst>
              <a:ext uri="{FF2B5EF4-FFF2-40B4-BE49-F238E27FC236}">
                <a16:creationId xmlns:a16="http://schemas.microsoft.com/office/drawing/2014/main" id="{5704D772-7781-1777-206A-5DE46FF7FD5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5" name="Google Shape;22;p26">
            <a:extLst>
              <a:ext uri="{FF2B5EF4-FFF2-40B4-BE49-F238E27FC236}">
                <a16:creationId xmlns:a16="http://schemas.microsoft.com/office/drawing/2014/main" id="{58F683C0-0370-BE33-97F1-6342A172CA4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9" name="Google Shape;21;p33">
            <a:extLst>
              <a:ext uri="{FF2B5EF4-FFF2-40B4-BE49-F238E27FC236}">
                <a16:creationId xmlns:a16="http://schemas.microsoft.com/office/drawing/2014/main" id="{9DD421EE-A81C-E6F5-AFCC-40E69287AEAA}"/>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3137913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Content with Subtitle 2">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Google Shape;21;p33">
            <a:extLst>
              <a:ext uri="{FF2B5EF4-FFF2-40B4-BE49-F238E27FC236}">
                <a16:creationId xmlns:a16="http://schemas.microsoft.com/office/drawing/2014/main" id="{01CCE6EA-2C40-085B-42D0-470AD6819204}"/>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7772635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Title Content with Subtitle 2">
    <p:bg>
      <p:bgPr>
        <a:solidFill>
          <a:schemeClr val="bg1"/>
        </a:solidFill>
        <a:effectLst/>
      </p:bgPr>
    </p:bg>
    <p:spTree>
      <p:nvGrpSpPr>
        <p:cNvPr id="1" name=""/>
        <p:cNvGrpSpPr/>
        <p:nvPr/>
      </p:nvGrpSpPr>
      <p:grpSpPr>
        <a:xfrm>
          <a:off x="0" y="0"/>
          <a:ext cx="0" cy="0"/>
          <a:chOff x="0" y="0"/>
          <a:chExt cx="0" cy="0"/>
        </a:xfrm>
      </p:grpSpPr>
      <p:sp>
        <p:nvSpPr>
          <p:cNvPr id="5" name="Google Shape;18;p26">
            <a:extLst>
              <a:ext uri="{FF2B5EF4-FFF2-40B4-BE49-F238E27FC236}">
                <a16:creationId xmlns:a16="http://schemas.microsoft.com/office/drawing/2014/main" id="{6FB866B6-19E4-7F2A-E9EF-9900570367E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12391943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_Title Content with Subtitle 2">
    <p:bg>
      <p:bgPr>
        <a:solidFill>
          <a:schemeClr val="bg1"/>
        </a:solidFill>
        <a:effectLst/>
      </p:bgPr>
    </p:bg>
    <p:spTree>
      <p:nvGrpSpPr>
        <p:cNvPr id="1" name=""/>
        <p:cNvGrpSpPr/>
        <p:nvPr/>
      </p:nvGrpSpPr>
      <p:grpSpPr>
        <a:xfrm>
          <a:off x="0" y="0"/>
          <a:ext cx="0" cy="0"/>
          <a:chOff x="0" y="0"/>
          <a:chExt cx="0" cy="0"/>
        </a:xfrm>
      </p:grpSpPr>
      <p:sp>
        <p:nvSpPr>
          <p:cNvPr id="12" name="Freeform: Shape 130">
            <a:extLst>
              <a:ext uri="{FF2B5EF4-FFF2-40B4-BE49-F238E27FC236}">
                <a16:creationId xmlns:a16="http://schemas.microsoft.com/office/drawing/2014/main" id="{5F949667-2402-5FFC-4567-8B9F56EF1DF4}"/>
              </a:ext>
            </a:extLst>
          </p:cNvPr>
          <p:cNvSpPr/>
          <p:nvPr userDrawn="1"/>
        </p:nvSpPr>
        <p:spPr>
          <a:xfrm>
            <a:off x="1590868" y="471991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18" name="Oval 17">
            <a:extLst>
              <a:ext uri="{FF2B5EF4-FFF2-40B4-BE49-F238E27FC236}">
                <a16:creationId xmlns:a16="http://schemas.microsoft.com/office/drawing/2014/main" id="{B3C82A2B-A5F6-055D-8F52-1CD70F6F010B}"/>
              </a:ext>
            </a:extLst>
          </p:cNvPr>
          <p:cNvSpPr/>
          <p:nvPr userDrawn="1"/>
        </p:nvSpPr>
        <p:spPr>
          <a:xfrm>
            <a:off x="1174811" y="5093702"/>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Freeform: Shape 125">
            <a:extLst>
              <a:ext uri="{FF2B5EF4-FFF2-40B4-BE49-F238E27FC236}">
                <a16:creationId xmlns:a16="http://schemas.microsoft.com/office/drawing/2014/main" id="{6FDD0FF0-61D3-3751-CFD6-F195F4DD1CC5}"/>
              </a:ext>
            </a:extLst>
          </p:cNvPr>
          <p:cNvSpPr/>
          <p:nvPr userDrawn="1"/>
        </p:nvSpPr>
        <p:spPr>
          <a:xfrm>
            <a:off x="1590868" y="297499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17" name="Oval 16">
            <a:extLst>
              <a:ext uri="{FF2B5EF4-FFF2-40B4-BE49-F238E27FC236}">
                <a16:creationId xmlns:a16="http://schemas.microsoft.com/office/drawing/2014/main" id="{57E801A5-0F65-F1D1-B106-4405493A9ECE}"/>
              </a:ext>
            </a:extLst>
          </p:cNvPr>
          <p:cNvSpPr/>
          <p:nvPr userDrawn="1"/>
        </p:nvSpPr>
        <p:spPr>
          <a:xfrm>
            <a:off x="1180867" y="3343781"/>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Freeform: Shape 100">
            <a:extLst>
              <a:ext uri="{FF2B5EF4-FFF2-40B4-BE49-F238E27FC236}">
                <a16:creationId xmlns:a16="http://schemas.microsoft.com/office/drawing/2014/main" id="{7DAE44FF-B8BF-84C2-C22B-DE6C69A6813B}"/>
              </a:ext>
            </a:extLst>
          </p:cNvPr>
          <p:cNvSpPr/>
          <p:nvPr userDrawn="1"/>
        </p:nvSpPr>
        <p:spPr>
          <a:xfrm>
            <a:off x="1590868" y="123007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tx1"/>
              </a:solidFill>
            </a:endParaRPr>
          </a:p>
        </p:txBody>
      </p:sp>
      <p:sp>
        <p:nvSpPr>
          <p:cNvPr id="2" name="Oval 1">
            <a:extLst>
              <a:ext uri="{FF2B5EF4-FFF2-40B4-BE49-F238E27FC236}">
                <a16:creationId xmlns:a16="http://schemas.microsoft.com/office/drawing/2014/main" id="{ED5BAACE-3A6A-42C5-7C71-36E2B7C3EA3C}"/>
              </a:ext>
            </a:extLst>
          </p:cNvPr>
          <p:cNvSpPr/>
          <p:nvPr userDrawn="1"/>
        </p:nvSpPr>
        <p:spPr>
          <a:xfrm>
            <a:off x="1180867" y="1603862"/>
            <a:ext cx="825758" cy="825758"/>
          </a:xfrm>
          <a:prstGeom prst="ellipse">
            <a:avLst/>
          </a:prstGeom>
          <a:solidFill>
            <a:schemeClr val="bg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Google Shape;18;p26">
            <a:extLst>
              <a:ext uri="{FF2B5EF4-FFF2-40B4-BE49-F238E27FC236}">
                <a16:creationId xmlns:a16="http://schemas.microsoft.com/office/drawing/2014/main" id="{6FB866B6-19E4-7F2A-E9EF-9900570367E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Oval 2">
            <a:extLst>
              <a:ext uri="{FF2B5EF4-FFF2-40B4-BE49-F238E27FC236}">
                <a16:creationId xmlns:a16="http://schemas.microsoft.com/office/drawing/2014/main" id="{940EBC75-2CEB-5E5D-8C27-1B39BF84B02A}"/>
              </a:ext>
            </a:extLst>
          </p:cNvPr>
          <p:cNvSpPr/>
          <p:nvPr userDrawn="1"/>
        </p:nvSpPr>
        <p:spPr>
          <a:xfrm>
            <a:off x="1289356" y="171465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solidFill>
                <a:schemeClr val="tx1"/>
              </a:solidFill>
            </a:endParaRPr>
          </a:p>
        </p:txBody>
      </p:sp>
      <p:pic>
        <p:nvPicPr>
          <p:cNvPr id="4" name="Graphic 3">
            <a:hlinkClick r:id="rId2" action="ppaction://hlinksldjump"/>
            <a:extLst>
              <a:ext uri="{FF2B5EF4-FFF2-40B4-BE49-F238E27FC236}">
                <a16:creationId xmlns:a16="http://schemas.microsoft.com/office/drawing/2014/main" id="{C6631D92-7378-1FFF-D966-B6B53E5227F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475609" y="1892825"/>
            <a:ext cx="231671" cy="247834"/>
          </a:xfrm>
          <a:prstGeom prst="rect">
            <a:avLst/>
          </a:prstGeom>
        </p:spPr>
      </p:pic>
      <p:sp>
        <p:nvSpPr>
          <p:cNvPr id="7" name="Oval 6">
            <a:extLst>
              <a:ext uri="{FF2B5EF4-FFF2-40B4-BE49-F238E27FC236}">
                <a16:creationId xmlns:a16="http://schemas.microsoft.com/office/drawing/2014/main" id="{8630FC86-A872-3FD4-DD0C-29D9EA4EB6CD}"/>
              </a:ext>
            </a:extLst>
          </p:cNvPr>
          <p:cNvSpPr/>
          <p:nvPr userDrawn="1"/>
        </p:nvSpPr>
        <p:spPr>
          <a:xfrm>
            <a:off x="1283300" y="345957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solidFill>
                <a:schemeClr val="tx1"/>
              </a:solidFill>
            </a:endParaRPr>
          </a:p>
        </p:txBody>
      </p:sp>
      <p:pic>
        <p:nvPicPr>
          <p:cNvPr id="8" name="Graphic 7">
            <a:hlinkClick r:id="rId2" action="ppaction://hlinksldjump"/>
            <a:extLst>
              <a:ext uri="{FF2B5EF4-FFF2-40B4-BE49-F238E27FC236}">
                <a16:creationId xmlns:a16="http://schemas.microsoft.com/office/drawing/2014/main" id="{3BCE4232-0E14-4A1F-270B-618F7AFB0CC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469553" y="3637745"/>
            <a:ext cx="231671" cy="247834"/>
          </a:xfrm>
          <a:prstGeom prst="rect">
            <a:avLst/>
          </a:prstGeom>
        </p:spPr>
      </p:pic>
      <p:sp>
        <p:nvSpPr>
          <p:cNvPr id="10" name="Oval 9">
            <a:extLst>
              <a:ext uri="{FF2B5EF4-FFF2-40B4-BE49-F238E27FC236}">
                <a16:creationId xmlns:a16="http://schemas.microsoft.com/office/drawing/2014/main" id="{91609B53-FE92-938F-C584-1FDBD0F9714E}"/>
              </a:ext>
            </a:extLst>
          </p:cNvPr>
          <p:cNvSpPr/>
          <p:nvPr userDrawn="1"/>
        </p:nvSpPr>
        <p:spPr>
          <a:xfrm>
            <a:off x="1295412" y="5204494"/>
            <a:ext cx="604176" cy="604174"/>
          </a:xfrm>
          <a:prstGeom prst="ellipse">
            <a:avLst/>
          </a:prstGeom>
          <a:solidFill>
            <a:schemeClr val="tx2"/>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solidFill>
                <a:schemeClr val="tx1"/>
              </a:solidFill>
            </a:endParaRPr>
          </a:p>
        </p:txBody>
      </p:sp>
      <p:pic>
        <p:nvPicPr>
          <p:cNvPr id="11" name="Graphic 10">
            <a:hlinkClick r:id="rId2" action="ppaction://hlinksldjump"/>
            <a:extLst>
              <a:ext uri="{FF2B5EF4-FFF2-40B4-BE49-F238E27FC236}">
                <a16:creationId xmlns:a16="http://schemas.microsoft.com/office/drawing/2014/main" id="{C1DE6BDE-9D94-643B-CA40-42B087141C1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481665" y="5382665"/>
            <a:ext cx="231671" cy="247834"/>
          </a:xfrm>
          <a:prstGeom prst="rect">
            <a:avLst/>
          </a:prstGeom>
        </p:spPr>
      </p:pic>
      <p:sp>
        <p:nvSpPr>
          <p:cNvPr id="13" name="Text Placeholder 29">
            <a:extLst>
              <a:ext uri="{FF2B5EF4-FFF2-40B4-BE49-F238E27FC236}">
                <a16:creationId xmlns:a16="http://schemas.microsoft.com/office/drawing/2014/main" id="{043A8F64-894D-BA58-5901-B324C4C71D19}"/>
              </a:ext>
            </a:extLst>
          </p:cNvPr>
          <p:cNvSpPr>
            <a:spLocks noGrp="1"/>
          </p:cNvSpPr>
          <p:nvPr>
            <p:ph type="body" sz="quarter" idx="12" hasCustomPrompt="1"/>
          </p:nvPr>
        </p:nvSpPr>
        <p:spPr>
          <a:xfrm>
            <a:off x="2121170" y="1529061"/>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4" name="Text Placeholder 29">
            <a:extLst>
              <a:ext uri="{FF2B5EF4-FFF2-40B4-BE49-F238E27FC236}">
                <a16:creationId xmlns:a16="http://schemas.microsoft.com/office/drawing/2014/main" id="{A52F3FEC-FAC6-0752-1743-1611E8DE6B60}"/>
              </a:ext>
            </a:extLst>
          </p:cNvPr>
          <p:cNvSpPr>
            <a:spLocks noGrp="1"/>
          </p:cNvSpPr>
          <p:nvPr>
            <p:ph type="body" sz="quarter" idx="13" hasCustomPrompt="1"/>
          </p:nvPr>
        </p:nvSpPr>
        <p:spPr>
          <a:xfrm>
            <a:off x="2121170" y="3268980"/>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5" name="Text Placeholder 29">
            <a:extLst>
              <a:ext uri="{FF2B5EF4-FFF2-40B4-BE49-F238E27FC236}">
                <a16:creationId xmlns:a16="http://schemas.microsoft.com/office/drawing/2014/main" id="{E77470C2-1C5C-C039-12BA-E7922CEE64C2}"/>
              </a:ext>
            </a:extLst>
          </p:cNvPr>
          <p:cNvSpPr>
            <a:spLocks noGrp="1"/>
          </p:cNvSpPr>
          <p:nvPr>
            <p:ph type="body" sz="quarter" idx="14" hasCustomPrompt="1"/>
          </p:nvPr>
        </p:nvSpPr>
        <p:spPr>
          <a:xfrm>
            <a:off x="2121170" y="5018901"/>
            <a:ext cx="2801350"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tx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16" name="Text Placeholder 29">
            <a:extLst>
              <a:ext uri="{FF2B5EF4-FFF2-40B4-BE49-F238E27FC236}">
                <a16:creationId xmlns:a16="http://schemas.microsoft.com/office/drawing/2014/main" id="{B50F4AAE-B94E-189D-9C1D-D83A6F1766F1}"/>
              </a:ext>
            </a:extLst>
          </p:cNvPr>
          <p:cNvSpPr>
            <a:spLocks noGrp="1"/>
          </p:cNvSpPr>
          <p:nvPr>
            <p:ph type="body" sz="quarter" idx="25" hasCustomPrompt="1"/>
          </p:nvPr>
        </p:nvSpPr>
        <p:spPr>
          <a:xfrm>
            <a:off x="5538610" y="1382245"/>
            <a:ext cx="6095413" cy="4911006"/>
          </a:xfrm>
        </p:spPr>
        <p:txBody>
          <a:bodyPr lIns="0" tIns="0" rIns="0" bIns="0" anchor="t" anchorCtr="0">
            <a:norm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5"/>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5"/>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5"/>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One defining characteristic of Gen AI is their seamless integration with technology. For them, interacting with AI is as natural as breathing. They effortlessly navigate between physical and virtual worlds, leveraging AI-powered tools to enhance productivity, creativity, and connectivity. Their fluency in technology enables them to harness the full potential of AI, leveraging its capabilities to solve complex problems and drive innovation across diverse domains.</a:t>
            </a:r>
          </a:p>
          <a:p>
            <a:pPr lvl="0"/>
            <a:r>
              <a:rPr lang="en-GB" dirty="0"/>
              <a:t>However, Gen AI also faces unique challenges and ethical considerations. As they embrace AI-driven technologies, they must grapple with issues of privacy, security, and algorithmic bias. They are keenly aware of the trade-offs between convenience and control, demanding greater transparency and accountability from AI systems. Moreover, they are at the forefront of discussions surrounding the ethical implications of AI, advocating for fairness, inclusivity, and social responsibility in its development and deployment.</a:t>
            </a:r>
          </a:p>
        </p:txBody>
      </p:sp>
    </p:spTree>
    <p:extLst>
      <p:ext uri="{BB962C8B-B14F-4D97-AF65-F5344CB8AC3E}">
        <p14:creationId xmlns:p14="http://schemas.microsoft.com/office/powerpoint/2010/main" val="34973368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Content with Subtitle 2">
    <p:bg>
      <p:bgPr>
        <a:solidFill>
          <a:schemeClr val="tx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228564" y="1247345"/>
            <a:ext cx="0" cy="4968143"/>
          </a:xfrm>
          <a:prstGeom prst="straightConnector1">
            <a:avLst/>
          </a:prstGeom>
          <a:noFill/>
          <a:ln w="12700" cap="flat" cmpd="sng">
            <a:solidFill>
              <a:schemeClr val="lt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947480"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r:embed="rId2">
            <a:extLst>
              <a:ext uri="{96DAC541-7B7A-43D3-8B79-37D633B846F1}">
                <asvg:svgBlip xmlns:asvg="http://schemas.microsoft.com/office/drawing/2016/SVG/main" r:embed="rId3"/>
              </a:ext>
            </a:extLst>
          </a:blip>
          <a:srcRect l="39395" t="26219" r="10339" b="23780"/>
          <a:stretch/>
        </p:blipFill>
        <p:spPr>
          <a:xfrm>
            <a:off x="934033"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pic>
        <p:nvPicPr>
          <p:cNvPr id="9" name="Graphic 8">
            <a:extLst>
              <a:ext uri="{FF2B5EF4-FFF2-40B4-BE49-F238E27FC236}">
                <a16:creationId xmlns:a16="http://schemas.microsoft.com/office/drawing/2014/main" id="{1BDF681B-0D53-63D4-8D65-AA99732F5A12}"/>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3" name="Google Shape;18;p26">
            <a:extLst>
              <a:ext uri="{FF2B5EF4-FFF2-40B4-BE49-F238E27FC236}">
                <a16:creationId xmlns:a16="http://schemas.microsoft.com/office/drawing/2014/main" id="{DAE68BB0-3099-7DDC-C0F1-DA5D3EA433E0}"/>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8CAA304D-771A-EF02-F95F-69D4045E2F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F31A6B91-BC3D-DFFB-D615-1E39210AD714}"/>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7873782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itle Content with Subtitle 2">
    <p:bg>
      <p:bgPr>
        <a:solidFill>
          <a:schemeClr val="bg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375210" y="1247345"/>
            <a:ext cx="0" cy="4968143"/>
          </a:xfrm>
          <a:prstGeom prst="straightConnector1">
            <a:avLst/>
          </a:prstGeom>
          <a:noFill/>
          <a:ln w="12700" cap="flat" cmpd="sng">
            <a:solidFill>
              <a:schemeClr val="tx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r:embed="rId2">
            <a:lum bright="-100000"/>
            <a:extLst>
              <a:ext uri="{96DAC541-7B7A-43D3-8B79-37D633B846F1}">
                <asvg:svgBlip xmlns:asvg="http://schemas.microsoft.com/office/drawing/2016/SVG/main" r:embed="rId3"/>
              </a:ext>
            </a:extLst>
          </a:blip>
          <a:srcRect l="8134" t="14156" r="57486" b="13360"/>
          <a:stretch/>
        </p:blipFill>
        <p:spPr>
          <a:xfrm>
            <a:off x="1301162"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r:embed="rId2">
            <a:lum bright="-100000"/>
            <a:extLst>
              <a:ext uri="{96DAC541-7B7A-43D3-8B79-37D633B846F1}">
                <asvg:svgBlip xmlns:asvg="http://schemas.microsoft.com/office/drawing/2016/SVG/main" r:embed="rId3"/>
              </a:ext>
            </a:extLst>
          </a:blip>
          <a:srcRect l="39395" t="26219" r="10339" b="23780"/>
          <a:stretch/>
        </p:blipFill>
        <p:spPr>
          <a:xfrm>
            <a:off x="1287715"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solidFill>
                  <a:schemeClr val="tx1"/>
                </a:solidFill>
              </a:defRPr>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solidFill>
                  <a:schemeClr val="tx1"/>
                </a:solidFill>
              </a:defRPr>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solidFill>
                  <a:schemeClr val="tx1"/>
                </a:solidFill>
              </a:defRPr>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solidFill>
                  <a:schemeClr val="tx1"/>
                </a:solidFill>
              </a:defRPr>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solidFill>
                  <a:schemeClr val="tx1"/>
                </a:solidFill>
              </a:defRPr>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solidFill>
                  <a:schemeClr val="tx1"/>
                </a:solidFill>
              </a:defRPr>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tx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 name="Google Shape;22;p26">
            <a:extLst>
              <a:ext uri="{FF2B5EF4-FFF2-40B4-BE49-F238E27FC236}">
                <a16:creationId xmlns:a16="http://schemas.microsoft.com/office/drawing/2014/main" id="{6B748954-01D9-1024-146C-7BB5E7844CE6}"/>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659F6186-7E74-4EB7-114C-04C4206C3C0B}"/>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34925464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Content with Subtitle 2">
    <p:bg>
      <p:bgPr>
        <a:solidFill>
          <a:schemeClr val="tx1"/>
        </a:solidFill>
        <a:effectLst/>
      </p:bgPr>
    </p:bg>
    <p:spTree>
      <p:nvGrpSpPr>
        <p:cNvPr id="1" name=""/>
        <p:cNvGrpSpPr/>
        <p:nvPr/>
      </p:nvGrpSpPr>
      <p:grpSpPr>
        <a:xfrm>
          <a:off x="0" y="0"/>
          <a:ext cx="0" cy="0"/>
          <a:chOff x="0" y="0"/>
          <a:chExt cx="0" cy="0"/>
        </a:xfrm>
      </p:grpSpPr>
      <p:sp>
        <p:nvSpPr>
          <p:cNvPr id="14" name="Text Placeholder 29">
            <a:extLst>
              <a:ext uri="{FF2B5EF4-FFF2-40B4-BE49-F238E27FC236}">
                <a16:creationId xmlns:a16="http://schemas.microsoft.com/office/drawing/2014/main" id="{0DEDA68D-6CAE-D022-A365-83EC3BD24C0E}"/>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B2618AE6-FDBE-1354-D93B-8602477F4E75}"/>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22" name="Text Placeholder 29">
            <a:extLst>
              <a:ext uri="{FF2B5EF4-FFF2-40B4-BE49-F238E27FC236}">
                <a16:creationId xmlns:a16="http://schemas.microsoft.com/office/drawing/2014/main" id="{1B78320B-EF80-0262-B50A-37AED8749BD4}"/>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3DB8AE90-7EB1-5723-0F92-48827ECF6F3E}"/>
              </a:ext>
            </a:extLst>
          </p:cNvPr>
          <p:cNvSpPr>
            <a:spLocks noGrp="1"/>
          </p:cNvSpPr>
          <p:nvPr>
            <p:ph type="body" sz="quarter" idx="17"/>
          </p:nvPr>
        </p:nvSpPr>
        <p:spPr>
          <a:xfrm>
            <a:off x="999616"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D040A3A8-1C48-A156-8029-7C18C4272F9F}"/>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29">
            <a:extLst>
              <a:ext uri="{FF2B5EF4-FFF2-40B4-BE49-F238E27FC236}">
                <a16:creationId xmlns:a16="http://schemas.microsoft.com/office/drawing/2014/main" id="{0BB47F86-F305-9165-364E-B5101312E550}"/>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Text Placeholder 29">
            <a:extLst>
              <a:ext uri="{FF2B5EF4-FFF2-40B4-BE49-F238E27FC236}">
                <a16:creationId xmlns:a16="http://schemas.microsoft.com/office/drawing/2014/main" id="{42ADFDFF-05A9-4992-8DD0-3EC768B002E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4" name="Graphic 3">
            <a:extLst>
              <a:ext uri="{FF2B5EF4-FFF2-40B4-BE49-F238E27FC236}">
                <a16:creationId xmlns:a16="http://schemas.microsoft.com/office/drawing/2014/main" id="{46047695-D2A7-8CC8-6237-AB6999393F4C}"/>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40BA8D3D-17C0-D789-C333-63552D00677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Google Shape;22;p26">
            <a:extLst>
              <a:ext uri="{FF2B5EF4-FFF2-40B4-BE49-F238E27FC236}">
                <a16:creationId xmlns:a16="http://schemas.microsoft.com/office/drawing/2014/main" id="{76027FBC-A175-7DE8-4A2B-184B4960BC7A}"/>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
        <p:nvSpPr>
          <p:cNvPr id="6" name="Google Shape;21;p33">
            <a:extLst>
              <a:ext uri="{FF2B5EF4-FFF2-40B4-BE49-F238E27FC236}">
                <a16:creationId xmlns:a16="http://schemas.microsoft.com/office/drawing/2014/main" id="{A49585B3-35BC-8996-1ED1-14311B3BFE82}"/>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7144653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Content with Subtitle 2">
    <p:bg>
      <p:bgPr>
        <a:solidFill>
          <a:schemeClr val="bg1"/>
        </a:solidFill>
        <a:effectLst/>
      </p:bgPr>
    </p:bg>
    <p:spTree>
      <p:nvGrpSpPr>
        <p:cNvPr id="1" name=""/>
        <p:cNvGrpSpPr/>
        <p:nvPr/>
      </p:nvGrpSpPr>
      <p:grpSpPr>
        <a:xfrm>
          <a:off x="0" y="0"/>
          <a:ext cx="0" cy="0"/>
          <a:chOff x="0" y="0"/>
          <a:chExt cx="0" cy="0"/>
        </a:xfrm>
      </p:grpSpPr>
      <p:sp>
        <p:nvSpPr>
          <p:cNvPr id="3" name="Google Shape;22;p26">
            <a:extLst>
              <a:ext uri="{FF2B5EF4-FFF2-40B4-BE49-F238E27FC236}">
                <a16:creationId xmlns:a16="http://schemas.microsoft.com/office/drawing/2014/main" id="{9B989E15-C64E-6380-C523-FD6D0E7C97E8}"/>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C00BB305-E640-844F-1221-CD11AFE33D63}"/>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7" name="Text Placeholder 29">
            <a:extLst>
              <a:ext uri="{FF2B5EF4-FFF2-40B4-BE49-F238E27FC236}">
                <a16:creationId xmlns:a16="http://schemas.microsoft.com/office/drawing/2014/main" id="{0D0E09BA-1A8E-C1D3-D61B-400A35448717}"/>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0" name="Text Placeholder 29">
            <a:extLst>
              <a:ext uri="{FF2B5EF4-FFF2-40B4-BE49-F238E27FC236}">
                <a16:creationId xmlns:a16="http://schemas.microsoft.com/office/drawing/2014/main" id="{FE63F417-6006-9A64-A894-FABE0925D42E}"/>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01384AD7-7B64-F585-993B-4885BB7F87BF}"/>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44476820-AC10-F46C-AE32-BFF2361972A8}"/>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0431D914-25FF-86D7-FDF9-31BAB47FF10F}"/>
              </a:ext>
            </a:extLst>
          </p:cNvPr>
          <p:cNvSpPr>
            <a:spLocks noGrp="1"/>
          </p:cNvSpPr>
          <p:nvPr>
            <p:ph type="body" sz="quarter" idx="17"/>
          </p:nvPr>
        </p:nvSpPr>
        <p:spPr>
          <a:xfrm>
            <a:off x="999616" y="2483871"/>
            <a:ext cx="2537011" cy="1058772"/>
          </a:xfrm>
          <a:prstGeom prst="roundRect">
            <a:avLst>
              <a:gd name="adj" fmla="val 18596"/>
            </a:avLst>
          </a:prstGeom>
          <a:ln w="12700">
            <a:solidFill>
              <a:schemeClr val="tx1"/>
            </a:solidFill>
          </a:ln>
        </p:spPr>
        <p:txBody>
          <a:bodyPr vert="horz" lIns="0" tIns="0" rIns="0" bIns="0" rtlCol="0" anchor="ctr">
            <a:normAutofit/>
          </a:bodyPr>
          <a:lstStyle>
            <a:lvl1pPr algn="ctr">
              <a:defRPr lang="en-GB" sz="1800" b="0" i="0" spc="0" dirty="0">
                <a:solidFill>
                  <a:schemeClr val="tx1"/>
                </a:solidFill>
              </a:defRPr>
            </a:lvl1pPr>
          </a:lstStyle>
          <a:p>
            <a:pPr lvl="0" algn="ctr">
              <a:lnSpc>
                <a:spcPct val="100000"/>
              </a:lnSpc>
              <a:spcBef>
                <a:spcPts val="0"/>
              </a:spcBef>
              <a:spcAft>
                <a:spcPts val="600"/>
              </a:spcAft>
            </a:pPr>
            <a:endParaRPr lang="en-GB"/>
          </a:p>
        </p:txBody>
      </p:sp>
      <p:sp>
        <p:nvSpPr>
          <p:cNvPr id="17" name="Text Placeholder 29">
            <a:extLst>
              <a:ext uri="{FF2B5EF4-FFF2-40B4-BE49-F238E27FC236}">
                <a16:creationId xmlns:a16="http://schemas.microsoft.com/office/drawing/2014/main" id="{D83B7310-9BCE-4468-5E9D-8DDE65441AE2}"/>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8" name="Text Placeholder 29">
            <a:extLst>
              <a:ext uri="{FF2B5EF4-FFF2-40B4-BE49-F238E27FC236}">
                <a16:creationId xmlns:a16="http://schemas.microsoft.com/office/drawing/2014/main" id="{38A1D99D-33A4-1B2E-F589-8C9FB914652A}"/>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9" name="Text Placeholder 29">
            <a:extLst>
              <a:ext uri="{FF2B5EF4-FFF2-40B4-BE49-F238E27FC236}">
                <a16:creationId xmlns:a16="http://schemas.microsoft.com/office/drawing/2014/main" id="{EC5EFD97-771E-7331-840A-515C3296796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chemeClr val="tx1"/>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chemeClr val="tx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1395250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6" name="Text Placeholder 29">
            <a:extLst>
              <a:ext uri="{FF2B5EF4-FFF2-40B4-BE49-F238E27FC236}">
                <a16:creationId xmlns:a16="http://schemas.microsoft.com/office/drawing/2014/main" id="{7261AA00-40F1-D4FF-078F-0421A78005E0}"/>
              </a:ext>
            </a:extLst>
          </p:cNvPr>
          <p:cNvSpPr>
            <a:spLocks noGrp="1"/>
          </p:cNvSpPr>
          <p:nvPr>
            <p:ph type="body" sz="quarter" idx="17"/>
          </p:nvPr>
        </p:nvSpPr>
        <p:spPr>
          <a:xfrm>
            <a:off x="9938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7" name="Text Placeholder 29">
            <a:extLst>
              <a:ext uri="{FF2B5EF4-FFF2-40B4-BE49-F238E27FC236}">
                <a16:creationId xmlns:a16="http://schemas.microsoft.com/office/drawing/2014/main" id="{76F2DFD6-04C7-924C-9200-A415D6C0CAA9}"/>
              </a:ext>
            </a:extLst>
          </p:cNvPr>
          <p:cNvSpPr>
            <a:spLocks noGrp="1"/>
          </p:cNvSpPr>
          <p:nvPr>
            <p:ph type="body" sz="quarter" idx="28"/>
          </p:nvPr>
        </p:nvSpPr>
        <p:spPr>
          <a:xfrm>
            <a:off x="46514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5339B713-39D3-066D-F35C-4D0F63F3B8E3}"/>
              </a:ext>
            </a:extLst>
          </p:cNvPr>
          <p:cNvSpPr>
            <a:spLocks noGrp="1"/>
          </p:cNvSpPr>
          <p:nvPr>
            <p:ph type="body" sz="quarter" idx="29"/>
          </p:nvPr>
        </p:nvSpPr>
        <p:spPr>
          <a:xfrm>
            <a:off x="83090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9F23EE78-4B7C-FE88-A9FB-C27A7529A77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
        <p:nvSpPr>
          <p:cNvPr id="7" name="Text Placeholder 29">
            <a:extLst>
              <a:ext uri="{FF2B5EF4-FFF2-40B4-BE49-F238E27FC236}">
                <a16:creationId xmlns:a16="http://schemas.microsoft.com/office/drawing/2014/main" id="{B77E4802-0012-E92E-1944-2EE244FDA526}"/>
              </a:ext>
            </a:extLst>
          </p:cNvPr>
          <p:cNvSpPr>
            <a:spLocks noGrp="1"/>
          </p:cNvSpPr>
          <p:nvPr>
            <p:ph type="body" sz="quarter" idx="23"/>
          </p:nvPr>
        </p:nvSpPr>
        <p:spPr>
          <a:xfrm>
            <a:off x="8309097"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4"/>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9" name="Text Placeholder 29">
            <a:extLst>
              <a:ext uri="{FF2B5EF4-FFF2-40B4-BE49-F238E27FC236}">
                <a16:creationId xmlns:a16="http://schemas.microsoft.com/office/drawing/2014/main" id="{37582DCF-E36F-AD98-F54F-8875B55C8EC0}"/>
              </a:ext>
            </a:extLst>
          </p:cNvPr>
          <p:cNvSpPr>
            <a:spLocks noGrp="1"/>
          </p:cNvSpPr>
          <p:nvPr>
            <p:ph type="body" sz="quarter" idx="30"/>
          </p:nvPr>
        </p:nvSpPr>
        <p:spPr>
          <a:xfrm>
            <a:off x="4659386"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4"/>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1" name="Text Placeholder 29">
            <a:extLst>
              <a:ext uri="{FF2B5EF4-FFF2-40B4-BE49-F238E27FC236}">
                <a16:creationId xmlns:a16="http://schemas.microsoft.com/office/drawing/2014/main" id="{6D052637-4413-4A99-1305-821EB135317A}"/>
              </a:ext>
            </a:extLst>
          </p:cNvPr>
          <p:cNvSpPr>
            <a:spLocks noGrp="1"/>
          </p:cNvSpPr>
          <p:nvPr>
            <p:ph type="body" sz="quarter" idx="31"/>
          </p:nvPr>
        </p:nvSpPr>
        <p:spPr>
          <a:xfrm>
            <a:off x="1009675" y="3802373"/>
            <a:ext cx="332492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4"/>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Tree>
    <p:extLst>
      <p:ext uri="{BB962C8B-B14F-4D97-AF65-F5344CB8AC3E}">
        <p14:creationId xmlns:p14="http://schemas.microsoft.com/office/powerpoint/2010/main" val="22126560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Title Content with Subtitle 2">
    <p:spTree>
      <p:nvGrpSpPr>
        <p:cNvPr id="1" name=""/>
        <p:cNvGrpSpPr/>
        <p:nvPr/>
      </p:nvGrpSpPr>
      <p:grpSpPr>
        <a:xfrm>
          <a:off x="0" y="0"/>
          <a:ext cx="0" cy="0"/>
          <a:chOff x="0" y="0"/>
          <a:chExt cx="0" cy="0"/>
        </a:xfrm>
      </p:grpSpPr>
      <p:sp>
        <p:nvSpPr>
          <p:cNvPr id="2" name="Text Placeholder 29">
            <a:extLst>
              <a:ext uri="{FF2B5EF4-FFF2-40B4-BE49-F238E27FC236}">
                <a16:creationId xmlns:a16="http://schemas.microsoft.com/office/drawing/2014/main" id="{1AC42BE0-2D56-2D92-48B8-04B90717018D}"/>
              </a:ext>
            </a:extLst>
          </p:cNvPr>
          <p:cNvSpPr>
            <a:spLocks noGrp="1"/>
          </p:cNvSpPr>
          <p:nvPr>
            <p:ph type="body" sz="quarter" idx="17"/>
          </p:nvPr>
        </p:nvSpPr>
        <p:spPr>
          <a:xfrm>
            <a:off x="9938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3" name="Google Shape;22;p26">
            <a:extLst>
              <a:ext uri="{FF2B5EF4-FFF2-40B4-BE49-F238E27FC236}">
                <a16:creationId xmlns:a16="http://schemas.microsoft.com/office/drawing/2014/main" id="{BDF998BC-F153-B576-C507-41EDE28E04E2}"/>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7" name="Google Shape;18;p26">
            <a:extLst>
              <a:ext uri="{FF2B5EF4-FFF2-40B4-BE49-F238E27FC236}">
                <a16:creationId xmlns:a16="http://schemas.microsoft.com/office/drawing/2014/main" id="{0279D595-C019-D9CB-AFBF-9163B5AAE44C}"/>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0" name="Text Placeholder 29">
            <a:extLst>
              <a:ext uri="{FF2B5EF4-FFF2-40B4-BE49-F238E27FC236}">
                <a16:creationId xmlns:a16="http://schemas.microsoft.com/office/drawing/2014/main" id="{AD08BCF9-0055-C53E-29A2-D708FB041964}"/>
              </a:ext>
            </a:extLst>
          </p:cNvPr>
          <p:cNvSpPr>
            <a:spLocks noGrp="1"/>
          </p:cNvSpPr>
          <p:nvPr>
            <p:ph type="body" sz="quarter" idx="28"/>
          </p:nvPr>
        </p:nvSpPr>
        <p:spPr>
          <a:xfrm>
            <a:off x="46514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2" name="Text Placeholder 29">
            <a:extLst>
              <a:ext uri="{FF2B5EF4-FFF2-40B4-BE49-F238E27FC236}">
                <a16:creationId xmlns:a16="http://schemas.microsoft.com/office/drawing/2014/main" id="{BA20B6CD-2456-61B2-309E-83E5134297CD}"/>
              </a:ext>
            </a:extLst>
          </p:cNvPr>
          <p:cNvSpPr>
            <a:spLocks noGrp="1"/>
          </p:cNvSpPr>
          <p:nvPr>
            <p:ph type="body" sz="quarter" idx="29"/>
          </p:nvPr>
        </p:nvSpPr>
        <p:spPr>
          <a:xfrm>
            <a:off x="8309096" y="2032876"/>
            <a:ext cx="3332818" cy="1058772"/>
          </a:xfrm>
          <a:prstGeom prst="roundRect">
            <a:avLst>
              <a:gd name="adj" fmla="val 16502"/>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5" name="Text Placeholder 29">
            <a:extLst>
              <a:ext uri="{FF2B5EF4-FFF2-40B4-BE49-F238E27FC236}">
                <a16:creationId xmlns:a16="http://schemas.microsoft.com/office/drawing/2014/main" id="{13FE3F9D-E23C-938C-7DB6-F23E94329FC5}"/>
              </a:ext>
            </a:extLst>
          </p:cNvPr>
          <p:cNvSpPr>
            <a:spLocks noGrp="1"/>
          </p:cNvSpPr>
          <p:nvPr>
            <p:ph type="body" sz="quarter" idx="30"/>
          </p:nvPr>
        </p:nvSpPr>
        <p:spPr>
          <a:xfrm>
            <a:off x="830909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A03FF69E-9DBB-B947-BE0C-347517872542}"/>
              </a:ext>
            </a:extLst>
          </p:cNvPr>
          <p:cNvSpPr>
            <a:spLocks noGrp="1"/>
          </p:cNvSpPr>
          <p:nvPr>
            <p:ph type="body" sz="quarter" idx="31"/>
          </p:nvPr>
        </p:nvSpPr>
        <p:spPr>
          <a:xfrm>
            <a:off x="465149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29">
            <a:extLst>
              <a:ext uri="{FF2B5EF4-FFF2-40B4-BE49-F238E27FC236}">
                <a16:creationId xmlns:a16="http://schemas.microsoft.com/office/drawing/2014/main" id="{8CD8A597-575C-5516-D031-AC2A3FFC038C}"/>
              </a:ext>
            </a:extLst>
          </p:cNvPr>
          <p:cNvSpPr>
            <a:spLocks noGrp="1"/>
          </p:cNvSpPr>
          <p:nvPr>
            <p:ph type="body" sz="quarter" idx="32"/>
          </p:nvPr>
        </p:nvSpPr>
        <p:spPr>
          <a:xfrm>
            <a:off x="1001786" y="3379919"/>
            <a:ext cx="3324928" cy="2087230"/>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3"/>
              </a:buBlip>
              <a:defRPr sz="1600" b="0" i="0">
                <a:solidFill>
                  <a:schemeClr val="tx1"/>
                </a:solidFill>
                <a:latin typeface="Funnel Sans" pitchFamily="2" charset="0"/>
              </a:defRPr>
            </a:lvl2pPr>
            <a:lvl3pPr marL="576000" indent="-217560">
              <a:lnSpc>
                <a:spcPct val="100000"/>
              </a:lnSpc>
              <a:buFontTx/>
              <a:buBlip>
                <a:blip r:embed="rId3"/>
              </a:buBlip>
              <a:defRPr sz="1400" b="0" i="0">
                <a:solidFill>
                  <a:schemeClr val="tx1"/>
                </a:solidFill>
                <a:latin typeface="Funnel Sans" pitchFamily="2" charset="0"/>
              </a:defRPr>
            </a:lvl3pPr>
            <a:lvl4pPr marL="936000" indent="-216000">
              <a:lnSpc>
                <a:spcPct val="100000"/>
              </a:lnSpc>
              <a:buFontTx/>
              <a:buBlip>
                <a:blip r:embed="rId3"/>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436668639"/>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Title Content with Subtitle 2">
    <p:bg>
      <p:bgPr>
        <a:solidFill>
          <a:schemeClr val="tx1"/>
        </a:solidFill>
        <a:effectLst/>
      </p:bgPr>
    </p:bg>
    <p:spTree>
      <p:nvGrpSpPr>
        <p:cNvPr id="1" name=""/>
        <p:cNvGrpSpPr/>
        <p:nvPr/>
      </p:nvGrpSpPr>
      <p:grpSpPr>
        <a:xfrm>
          <a:off x="0" y="0"/>
          <a:ext cx="0" cy="0"/>
          <a:chOff x="0" y="0"/>
          <a:chExt cx="0" cy="0"/>
        </a:xfrm>
      </p:grpSpPr>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7812742B-B5EA-A826-D00D-EA8A7E8F5C42}"/>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D7AED383-9A52-6797-1AB6-80F75FB02648}"/>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40FA7E6F-7BDE-96CA-B9AA-6D74EF94DFC3}"/>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7" name="Picture Placeholder 13">
            <a:extLst>
              <a:ext uri="{FF2B5EF4-FFF2-40B4-BE49-F238E27FC236}">
                <a16:creationId xmlns:a16="http://schemas.microsoft.com/office/drawing/2014/main" id="{ED611402-2286-84C4-61AA-A6BA4F8B82AC}"/>
              </a:ext>
            </a:extLst>
          </p:cNvPr>
          <p:cNvSpPr>
            <a:spLocks noGrp="1"/>
          </p:cNvSpPr>
          <p:nvPr>
            <p:ph type="pic" sz="quarter" idx="21"/>
          </p:nvPr>
        </p:nvSpPr>
        <p:spPr>
          <a:xfrm>
            <a:off x="993896" y="1288487"/>
            <a:ext cx="2555678" cy="3691137"/>
          </a:xfrm>
        </p:spPr>
        <p:txBody>
          <a:bodyPr>
            <a:normAutofit/>
          </a:bodyPr>
          <a:lstStyle>
            <a:lvl1pPr>
              <a:defRPr sz="1000"/>
            </a:lvl1pPr>
          </a:lstStyle>
          <a:p>
            <a:endParaRPr lang="en-GB"/>
          </a:p>
        </p:txBody>
      </p:sp>
      <p:sp>
        <p:nvSpPr>
          <p:cNvPr id="21" name="Picture Placeholder 13">
            <a:extLst>
              <a:ext uri="{FF2B5EF4-FFF2-40B4-BE49-F238E27FC236}">
                <a16:creationId xmlns:a16="http://schemas.microsoft.com/office/drawing/2014/main" id="{48261CAA-7C08-0306-CAD7-67DFC398CB9F}"/>
              </a:ext>
            </a:extLst>
          </p:cNvPr>
          <p:cNvSpPr>
            <a:spLocks noGrp="1"/>
          </p:cNvSpPr>
          <p:nvPr>
            <p:ph type="pic" sz="quarter" idx="22"/>
          </p:nvPr>
        </p:nvSpPr>
        <p:spPr>
          <a:xfrm>
            <a:off x="3696701" y="1288487"/>
            <a:ext cx="2555678" cy="3691137"/>
          </a:xfrm>
        </p:spPr>
        <p:txBody>
          <a:bodyPr>
            <a:normAutofit/>
          </a:bodyPr>
          <a:lstStyle>
            <a:lvl1pPr>
              <a:defRPr sz="1000"/>
            </a:lvl1pPr>
          </a:lstStyle>
          <a:p>
            <a:endParaRPr lang="en-GB"/>
          </a:p>
        </p:txBody>
      </p:sp>
      <p:sp>
        <p:nvSpPr>
          <p:cNvPr id="22" name="Picture Placeholder 13">
            <a:extLst>
              <a:ext uri="{FF2B5EF4-FFF2-40B4-BE49-F238E27FC236}">
                <a16:creationId xmlns:a16="http://schemas.microsoft.com/office/drawing/2014/main" id="{086FD225-3ED5-8F6F-C1B3-A1B349DDE180}"/>
              </a:ext>
            </a:extLst>
          </p:cNvPr>
          <p:cNvSpPr>
            <a:spLocks noGrp="1"/>
          </p:cNvSpPr>
          <p:nvPr>
            <p:ph type="pic" sz="quarter" idx="23"/>
          </p:nvPr>
        </p:nvSpPr>
        <p:spPr>
          <a:xfrm>
            <a:off x="6399506" y="1288487"/>
            <a:ext cx="2555678" cy="3691137"/>
          </a:xfrm>
        </p:spPr>
        <p:txBody>
          <a:bodyPr>
            <a:normAutofit/>
          </a:bodyPr>
          <a:lstStyle>
            <a:lvl1pPr>
              <a:defRPr sz="1000"/>
            </a:lvl1pPr>
          </a:lstStyle>
          <a:p>
            <a:endParaRPr lang="en-GB"/>
          </a:p>
        </p:txBody>
      </p:sp>
      <p:sp>
        <p:nvSpPr>
          <p:cNvPr id="23" name="Picture Placeholder 13">
            <a:extLst>
              <a:ext uri="{FF2B5EF4-FFF2-40B4-BE49-F238E27FC236}">
                <a16:creationId xmlns:a16="http://schemas.microsoft.com/office/drawing/2014/main" id="{0B2FC53B-45CA-2392-456B-039DC8D4107D}"/>
              </a:ext>
            </a:extLst>
          </p:cNvPr>
          <p:cNvSpPr>
            <a:spLocks noGrp="1"/>
          </p:cNvSpPr>
          <p:nvPr>
            <p:ph type="pic" sz="quarter" idx="24"/>
          </p:nvPr>
        </p:nvSpPr>
        <p:spPr>
          <a:xfrm>
            <a:off x="9102312" y="1288487"/>
            <a:ext cx="2555678" cy="3691137"/>
          </a:xfrm>
        </p:spPr>
        <p:txBody>
          <a:bodyPr>
            <a:normAutofit/>
          </a:bodyPr>
          <a:lstStyle>
            <a:lvl1pPr>
              <a:defRPr sz="1000"/>
            </a:lvl1pPr>
          </a:lstStyle>
          <a:p>
            <a:endParaRPr lang="en-GB"/>
          </a:p>
        </p:txBody>
      </p:sp>
      <p:pic>
        <p:nvPicPr>
          <p:cNvPr id="4" name="Graphic 3">
            <a:extLst>
              <a:ext uri="{FF2B5EF4-FFF2-40B4-BE49-F238E27FC236}">
                <a16:creationId xmlns:a16="http://schemas.microsoft.com/office/drawing/2014/main" id="{10440387-C8FB-18F4-A9CA-3C92F607A95D}"/>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Google Shape;18;p26">
            <a:extLst>
              <a:ext uri="{FF2B5EF4-FFF2-40B4-BE49-F238E27FC236}">
                <a16:creationId xmlns:a16="http://schemas.microsoft.com/office/drawing/2014/main" id="{FAB31B88-AAA4-93D8-1EF0-AF15DC99F64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2455404-430D-61F3-C88F-44098D09A56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6" name="Google Shape;21;p33">
            <a:extLst>
              <a:ext uri="{FF2B5EF4-FFF2-40B4-BE49-F238E27FC236}">
                <a16:creationId xmlns:a16="http://schemas.microsoft.com/office/drawing/2014/main" id="{917760C0-327F-11D4-C492-76B2A73CB11A}"/>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17274587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Title Content with Subtitle 2">
    <p:bg>
      <p:bgPr>
        <a:solidFill>
          <a:schemeClr val="bg1"/>
        </a:solidFill>
        <a:effectLst/>
      </p:bgPr>
    </p:bg>
    <p:spTree>
      <p:nvGrpSpPr>
        <p:cNvPr id="1" name=""/>
        <p:cNvGrpSpPr/>
        <p:nvPr/>
      </p:nvGrpSpPr>
      <p:grpSpPr>
        <a:xfrm>
          <a:off x="0" y="0"/>
          <a:ext cx="0" cy="0"/>
          <a:chOff x="0" y="0"/>
          <a:chExt cx="0" cy="0"/>
        </a:xfrm>
      </p:grpSpPr>
      <p:sp>
        <p:nvSpPr>
          <p:cNvPr id="4" name="Text Placeholder 29">
            <a:extLst>
              <a:ext uri="{FF2B5EF4-FFF2-40B4-BE49-F238E27FC236}">
                <a16:creationId xmlns:a16="http://schemas.microsoft.com/office/drawing/2014/main" id="{2C8A0DDA-CF2F-C90B-C88B-662DC5A84161}"/>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5" name="Text Placeholder 29">
            <a:extLst>
              <a:ext uri="{FF2B5EF4-FFF2-40B4-BE49-F238E27FC236}">
                <a16:creationId xmlns:a16="http://schemas.microsoft.com/office/drawing/2014/main" id="{FE533F53-5F39-197F-584A-55552DA6DA27}"/>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6" name="Text Placeholder 29">
            <a:extLst>
              <a:ext uri="{FF2B5EF4-FFF2-40B4-BE49-F238E27FC236}">
                <a16:creationId xmlns:a16="http://schemas.microsoft.com/office/drawing/2014/main" id="{A25C08EE-2973-05B1-C777-A12BAE23D254}"/>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0" name="Text Placeholder 29">
            <a:extLst>
              <a:ext uri="{FF2B5EF4-FFF2-40B4-BE49-F238E27FC236}">
                <a16:creationId xmlns:a16="http://schemas.microsoft.com/office/drawing/2014/main" id="{84175955-06ED-8621-1F35-BA0FB5D7D7A7}"/>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2" name="Picture Placeholder 13">
            <a:extLst>
              <a:ext uri="{FF2B5EF4-FFF2-40B4-BE49-F238E27FC236}">
                <a16:creationId xmlns:a16="http://schemas.microsoft.com/office/drawing/2014/main" id="{BB46B5F1-C8B1-7564-50AA-442061B7D6FC}"/>
              </a:ext>
            </a:extLst>
          </p:cNvPr>
          <p:cNvSpPr>
            <a:spLocks noGrp="1"/>
          </p:cNvSpPr>
          <p:nvPr>
            <p:ph type="pic" sz="quarter" idx="21"/>
          </p:nvPr>
        </p:nvSpPr>
        <p:spPr>
          <a:xfrm>
            <a:off x="993896" y="1288487"/>
            <a:ext cx="2555678" cy="3691137"/>
          </a:xfrm>
        </p:spPr>
        <p:txBody>
          <a:bodyPr>
            <a:normAutofit/>
          </a:bodyPr>
          <a:lstStyle>
            <a:lvl1pPr>
              <a:defRPr sz="1000">
                <a:solidFill>
                  <a:schemeClr val="tx1"/>
                </a:solidFill>
              </a:defRPr>
            </a:lvl1pPr>
          </a:lstStyle>
          <a:p>
            <a:endParaRPr lang="en-GB"/>
          </a:p>
        </p:txBody>
      </p:sp>
      <p:sp>
        <p:nvSpPr>
          <p:cNvPr id="13" name="Picture Placeholder 13">
            <a:extLst>
              <a:ext uri="{FF2B5EF4-FFF2-40B4-BE49-F238E27FC236}">
                <a16:creationId xmlns:a16="http://schemas.microsoft.com/office/drawing/2014/main" id="{D541EE71-9004-D78A-46A7-C1B882F88124}"/>
              </a:ext>
            </a:extLst>
          </p:cNvPr>
          <p:cNvSpPr>
            <a:spLocks noGrp="1"/>
          </p:cNvSpPr>
          <p:nvPr>
            <p:ph type="pic" sz="quarter" idx="22"/>
          </p:nvPr>
        </p:nvSpPr>
        <p:spPr>
          <a:xfrm>
            <a:off x="3696701" y="1288487"/>
            <a:ext cx="2555678" cy="3691137"/>
          </a:xfrm>
        </p:spPr>
        <p:txBody>
          <a:bodyPr>
            <a:normAutofit/>
          </a:bodyPr>
          <a:lstStyle>
            <a:lvl1pPr>
              <a:defRPr sz="1000">
                <a:solidFill>
                  <a:schemeClr val="tx1"/>
                </a:solidFill>
              </a:defRPr>
            </a:lvl1pPr>
          </a:lstStyle>
          <a:p>
            <a:endParaRPr lang="en-GB"/>
          </a:p>
        </p:txBody>
      </p:sp>
      <p:sp>
        <p:nvSpPr>
          <p:cNvPr id="16" name="Picture Placeholder 13">
            <a:extLst>
              <a:ext uri="{FF2B5EF4-FFF2-40B4-BE49-F238E27FC236}">
                <a16:creationId xmlns:a16="http://schemas.microsoft.com/office/drawing/2014/main" id="{AC63FC5A-402B-328F-2AD6-13A451FFD2F6}"/>
              </a:ext>
            </a:extLst>
          </p:cNvPr>
          <p:cNvSpPr>
            <a:spLocks noGrp="1"/>
          </p:cNvSpPr>
          <p:nvPr>
            <p:ph type="pic" sz="quarter" idx="23"/>
          </p:nvPr>
        </p:nvSpPr>
        <p:spPr>
          <a:xfrm>
            <a:off x="6399506" y="1288487"/>
            <a:ext cx="2555678" cy="3691137"/>
          </a:xfrm>
        </p:spPr>
        <p:txBody>
          <a:bodyPr>
            <a:normAutofit/>
          </a:bodyPr>
          <a:lstStyle>
            <a:lvl1pPr>
              <a:defRPr sz="1000">
                <a:solidFill>
                  <a:schemeClr val="tx1"/>
                </a:solidFill>
              </a:defRPr>
            </a:lvl1pPr>
          </a:lstStyle>
          <a:p>
            <a:endParaRPr lang="en-GB"/>
          </a:p>
        </p:txBody>
      </p:sp>
      <p:sp>
        <p:nvSpPr>
          <p:cNvPr id="17" name="Picture Placeholder 13">
            <a:extLst>
              <a:ext uri="{FF2B5EF4-FFF2-40B4-BE49-F238E27FC236}">
                <a16:creationId xmlns:a16="http://schemas.microsoft.com/office/drawing/2014/main" id="{DF26EEDC-8832-421D-9DB7-BCF54FE6D9B7}"/>
              </a:ext>
            </a:extLst>
          </p:cNvPr>
          <p:cNvSpPr>
            <a:spLocks noGrp="1"/>
          </p:cNvSpPr>
          <p:nvPr>
            <p:ph type="pic" sz="quarter" idx="24"/>
          </p:nvPr>
        </p:nvSpPr>
        <p:spPr>
          <a:xfrm>
            <a:off x="9102312" y="1288487"/>
            <a:ext cx="2555678" cy="3691137"/>
          </a:xfrm>
        </p:spPr>
        <p:txBody>
          <a:bodyPr>
            <a:normAutofit/>
          </a:bodyPr>
          <a:lstStyle>
            <a:lvl1pPr>
              <a:defRPr sz="1000">
                <a:solidFill>
                  <a:schemeClr val="tx1"/>
                </a:solidFill>
              </a:defRPr>
            </a:lvl1pPr>
          </a:lstStyle>
          <a:p>
            <a:endParaRPr lang="en-GB"/>
          </a:p>
        </p:txBody>
      </p:sp>
      <p:sp>
        <p:nvSpPr>
          <p:cNvPr id="3" name="Google Shape;22;p26">
            <a:extLst>
              <a:ext uri="{FF2B5EF4-FFF2-40B4-BE49-F238E27FC236}">
                <a16:creationId xmlns:a16="http://schemas.microsoft.com/office/drawing/2014/main" id="{77141DC7-BA74-FA54-C25B-394DA004F204}"/>
              </a:ext>
            </a:extLst>
          </p:cNvPr>
          <p:cNvSpPr txBox="1">
            <a:spLocks noGrp="1"/>
          </p:cNvSpPr>
          <p:nvPr>
            <p:ph type="ftr" idx="3"/>
          </p:nvPr>
        </p:nvSpPr>
        <p:spPr>
          <a:xfrm>
            <a:off x="9562035"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9" name="Google Shape;18;p26">
            <a:extLst>
              <a:ext uri="{FF2B5EF4-FFF2-40B4-BE49-F238E27FC236}">
                <a16:creationId xmlns:a16="http://schemas.microsoft.com/office/drawing/2014/main" id="{1CD3AB12-AD83-360C-FFFB-1288B30761B9}"/>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18961107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Title Content with Subtitle 2">
    <p:bg>
      <p:bgPr>
        <a:solidFill>
          <a:schemeClr val="tx1"/>
        </a:solidFill>
        <a:effectLst/>
      </p:bgPr>
    </p:bg>
    <p:spTree>
      <p:nvGrpSpPr>
        <p:cNvPr id="1" name=""/>
        <p:cNvGrpSpPr/>
        <p:nvPr/>
      </p:nvGrpSpPr>
      <p:grpSpPr>
        <a:xfrm>
          <a:off x="0" y="0"/>
          <a:ext cx="0" cy="0"/>
          <a:chOff x="0" y="0"/>
          <a:chExt cx="0" cy="0"/>
        </a:xfrm>
      </p:grpSpPr>
      <p:sp>
        <p:nvSpPr>
          <p:cNvPr id="17" name="Text Placeholder 29">
            <a:extLst>
              <a:ext uri="{FF2B5EF4-FFF2-40B4-BE49-F238E27FC236}">
                <a16:creationId xmlns:a16="http://schemas.microsoft.com/office/drawing/2014/main" id="{AC7F0161-71EE-6B22-A6E5-CA59FF01D5AA}"/>
              </a:ext>
            </a:extLst>
          </p:cNvPr>
          <p:cNvSpPr>
            <a:spLocks noGrp="1"/>
          </p:cNvSpPr>
          <p:nvPr>
            <p:ph type="body" sz="quarter" idx="23"/>
          </p:nvPr>
        </p:nvSpPr>
        <p:spPr>
          <a:xfrm>
            <a:off x="3695119"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0F2ACCF6-C80A-A638-3A59-400CD1915DA1}"/>
              </a:ext>
            </a:extLst>
          </p:cNvPr>
          <p:cNvSpPr>
            <a:spLocks noGrp="1"/>
          </p:cNvSpPr>
          <p:nvPr>
            <p:ph type="body" sz="quarter" idx="24"/>
          </p:nvPr>
        </p:nvSpPr>
        <p:spPr>
          <a:xfrm>
            <a:off x="6394252"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9" name="Text Placeholder 29">
            <a:extLst>
              <a:ext uri="{FF2B5EF4-FFF2-40B4-BE49-F238E27FC236}">
                <a16:creationId xmlns:a16="http://schemas.microsoft.com/office/drawing/2014/main" id="{3F632B57-9DB9-B8D4-D30F-168C7C2AB8AF}"/>
              </a:ext>
            </a:extLst>
          </p:cNvPr>
          <p:cNvSpPr>
            <a:spLocks noGrp="1"/>
          </p:cNvSpPr>
          <p:nvPr>
            <p:ph type="body" sz="quarter" idx="25"/>
          </p:nvPr>
        </p:nvSpPr>
        <p:spPr>
          <a:xfrm>
            <a:off x="9093384"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pic>
        <p:nvPicPr>
          <p:cNvPr id="7" name="Graphic 6">
            <a:extLst>
              <a:ext uri="{FF2B5EF4-FFF2-40B4-BE49-F238E27FC236}">
                <a16:creationId xmlns:a16="http://schemas.microsoft.com/office/drawing/2014/main" id="{C9FB924E-3FC3-7113-EE69-F976405F959F}"/>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Text Placeholder 29">
            <a:extLst>
              <a:ext uri="{FF2B5EF4-FFF2-40B4-BE49-F238E27FC236}">
                <a16:creationId xmlns:a16="http://schemas.microsoft.com/office/drawing/2014/main" id="{FEEB06D8-3F5F-F13A-79D5-8DC9DE239F77}"/>
              </a:ext>
            </a:extLst>
          </p:cNvPr>
          <p:cNvSpPr>
            <a:spLocks noGrp="1"/>
          </p:cNvSpPr>
          <p:nvPr>
            <p:ph type="body" sz="quarter" idx="22"/>
          </p:nvPr>
        </p:nvSpPr>
        <p:spPr>
          <a:xfrm>
            <a:off x="993896"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0" name="Google Shape;24;p26">
            <a:extLst>
              <a:ext uri="{FF2B5EF4-FFF2-40B4-BE49-F238E27FC236}">
                <a16:creationId xmlns:a16="http://schemas.microsoft.com/office/drawing/2014/main" id="{374FBE35-26DC-5388-6D08-51E66D619245}"/>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1" name="Google Shape;18;p26">
            <a:extLst>
              <a:ext uri="{FF2B5EF4-FFF2-40B4-BE49-F238E27FC236}">
                <a16:creationId xmlns:a16="http://schemas.microsoft.com/office/drawing/2014/main" id="{A0662B01-017D-6D6B-017D-C78B1F7E313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E7AADF0-857D-9550-F2D2-AA568D7B8AB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5" name="Google Shape;21;p33">
            <a:extLst>
              <a:ext uri="{FF2B5EF4-FFF2-40B4-BE49-F238E27FC236}">
                <a16:creationId xmlns:a16="http://schemas.microsoft.com/office/drawing/2014/main" id="{4D8E7F14-9C0A-3B96-68E4-98A22A03751D}"/>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spTree>
    <p:extLst>
      <p:ext uri="{BB962C8B-B14F-4D97-AF65-F5344CB8AC3E}">
        <p14:creationId xmlns:p14="http://schemas.microsoft.com/office/powerpoint/2010/main" val="671496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_Title Content with Subtitle 2">
    <p:bg>
      <p:bgPr>
        <a:solidFill>
          <a:schemeClr val="bg1"/>
        </a:solidFill>
        <a:effectLst/>
      </p:bgPr>
    </p:bg>
    <p:spTree>
      <p:nvGrpSpPr>
        <p:cNvPr id="1" name=""/>
        <p:cNvGrpSpPr/>
        <p:nvPr/>
      </p:nvGrpSpPr>
      <p:grpSpPr>
        <a:xfrm>
          <a:off x="0" y="0"/>
          <a:ext cx="0" cy="0"/>
          <a:chOff x="0" y="0"/>
          <a:chExt cx="0" cy="0"/>
        </a:xfrm>
      </p:grpSpPr>
      <p:sp>
        <p:nvSpPr>
          <p:cNvPr id="7" name="Text Placeholder 29">
            <a:extLst>
              <a:ext uri="{FF2B5EF4-FFF2-40B4-BE49-F238E27FC236}">
                <a16:creationId xmlns:a16="http://schemas.microsoft.com/office/drawing/2014/main" id="{3AA61CA9-2BE2-2D06-EFB2-9DD29718F0A3}"/>
              </a:ext>
            </a:extLst>
          </p:cNvPr>
          <p:cNvSpPr>
            <a:spLocks noGrp="1"/>
          </p:cNvSpPr>
          <p:nvPr>
            <p:ph type="body" sz="quarter" idx="22"/>
          </p:nvPr>
        </p:nvSpPr>
        <p:spPr>
          <a:xfrm>
            <a:off x="3693028"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0" name="Google Shape;24;p26">
            <a:extLst>
              <a:ext uri="{FF2B5EF4-FFF2-40B4-BE49-F238E27FC236}">
                <a16:creationId xmlns:a16="http://schemas.microsoft.com/office/drawing/2014/main" id="{6B6C8047-0491-9C29-C47A-B6FD3FB089CD}"/>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tx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 name="Text Placeholder 29">
            <a:extLst>
              <a:ext uri="{FF2B5EF4-FFF2-40B4-BE49-F238E27FC236}">
                <a16:creationId xmlns:a16="http://schemas.microsoft.com/office/drawing/2014/main" id="{C058A599-7521-1D71-1E08-22071D540686}"/>
              </a:ext>
            </a:extLst>
          </p:cNvPr>
          <p:cNvSpPr>
            <a:spLocks noGrp="1"/>
          </p:cNvSpPr>
          <p:nvPr>
            <p:ph type="body" sz="quarter" idx="17"/>
          </p:nvPr>
        </p:nvSpPr>
        <p:spPr>
          <a:xfrm>
            <a:off x="993896"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3" name="Google Shape;22;p26">
            <a:extLst>
              <a:ext uri="{FF2B5EF4-FFF2-40B4-BE49-F238E27FC236}">
                <a16:creationId xmlns:a16="http://schemas.microsoft.com/office/drawing/2014/main" id="{FACF5EA3-536E-0471-A9D0-F110C4ED1A7B}"/>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6" name="Google Shape;18;p26">
            <a:extLst>
              <a:ext uri="{FF2B5EF4-FFF2-40B4-BE49-F238E27FC236}">
                <a16:creationId xmlns:a16="http://schemas.microsoft.com/office/drawing/2014/main" id="{E11DD705-ACC2-9E51-BCC3-79A140DF1F29}"/>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8" name="Text Placeholder 29">
            <a:extLst>
              <a:ext uri="{FF2B5EF4-FFF2-40B4-BE49-F238E27FC236}">
                <a16:creationId xmlns:a16="http://schemas.microsoft.com/office/drawing/2014/main" id="{DC442611-3D6A-330A-C05C-6AFF629C665A}"/>
              </a:ext>
            </a:extLst>
          </p:cNvPr>
          <p:cNvSpPr>
            <a:spLocks noGrp="1"/>
          </p:cNvSpPr>
          <p:nvPr>
            <p:ph type="body" sz="quarter" idx="23"/>
          </p:nvPr>
        </p:nvSpPr>
        <p:spPr>
          <a:xfrm>
            <a:off x="9091293"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E30FCCAB-5945-B145-6A8F-4B81A61F068B}"/>
              </a:ext>
            </a:extLst>
          </p:cNvPr>
          <p:cNvSpPr>
            <a:spLocks noGrp="1"/>
          </p:cNvSpPr>
          <p:nvPr>
            <p:ph type="body" sz="quarter" idx="24"/>
          </p:nvPr>
        </p:nvSpPr>
        <p:spPr>
          <a:xfrm>
            <a:off x="6392161" y="1878487"/>
            <a:ext cx="2537011" cy="985899"/>
          </a:xfrm>
          <a:prstGeom prst="roundRect">
            <a:avLst>
              <a:gd name="adj" fmla="val 18738"/>
            </a:avLst>
          </a:prstGeom>
          <a:ln w="12700">
            <a:solidFill>
              <a:schemeClr val="tx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solidFill>
                  <a:schemeClr val="tx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Tree>
    <p:extLst>
      <p:ext uri="{BB962C8B-B14F-4D97-AF65-F5344CB8AC3E}">
        <p14:creationId xmlns:p14="http://schemas.microsoft.com/office/powerpoint/2010/main" val="26187053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and Object Box">
    <p:spTree>
      <p:nvGrpSpPr>
        <p:cNvPr id="1" name=""/>
        <p:cNvGrpSpPr/>
        <p:nvPr/>
      </p:nvGrpSpPr>
      <p:grpSpPr>
        <a:xfrm>
          <a:off x="0" y="0"/>
          <a:ext cx="0" cy="0"/>
          <a:chOff x="0" y="0"/>
          <a:chExt cx="0" cy="0"/>
        </a:xfrm>
      </p:grpSpPr>
      <p:sp>
        <p:nvSpPr>
          <p:cNvPr id="3" name="Google Shape;24;p26">
            <a:extLst>
              <a:ext uri="{FF2B5EF4-FFF2-40B4-BE49-F238E27FC236}">
                <a16:creationId xmlns:a16="http://schemas.microsoft.com/office/drawing/2014/main" id="{52C9C0D3-8DC3-41FC-E41A-697E9048B58D}"/>
              </a:ext>
            </a:extLst>
          </p:cNvPr>
          <p:cNvSpPr txBox="1">
            <a:spLocks noGrp="1"/>
          </p:cNvSpPr>
          <p:nvPr>
            <p:ph type="body" idx="2" hasCustomPrompt="1"/>
          </p:nvPr>
        </p:nvSpPr>
        <p:spPr>
          <a:xfrm>
            <a:off x="993896" y="1085261"/>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tx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4" name="Text Placeholder 29">
            <a:extLst>
              <a:ext uri="{FF2B5EF4-FFF2-40B4-BE49-F238E27FC236}">
                <a16:creationId xmlns:a16="http://schemas.microsoft.com/office/drawing/2014/main" id="{E615A253-5B1E-9AB4-D135-0130D8C50288}"/>
              </a:ext>
            </a:extLst>
          </p:cNvPr>
          <p:cNvSpPr>
            <a:spLocks noGrp="1"/>
          </p:cNvSpPr>
          <p:nvPr>
            <p:ph type="body" sz="quarter" idx="12"/>
          </p:nvPr>
        </p:nvSpPr>
        <p:spPr>
          <a:xfrm>
            <a:off x="993895" y="1961393"/>
            <a:ext cx="4862241" cy="3805729"/>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2"/>
              </a:buBlip>
              <a:defRPr sz="1600" b="0" i="0">
                <a:solidFill>
                  <a:schemeClr val="tx1"/>
                </a:solidFill>
                <a:latin typeface="Funnel Sans" pitchFamily="2" charset="0"/>
              </a:defRPr>
            </a:lvl2pPr>
            <a:lvl3pPr marL="576000" indent="-217560">
              <a:lnSpc>
                <a:spcPct val="100000"/>
              </a:lnSpc>
              <a:buFontTx/>
              <a:buBlip>
                <a:blip r:embed="rId2"/>
              </a:buBlip>
              <a:defRPr sz="1400" b="0" i="0">
                <a:solidFill>
                  <a:schemeClr val="tx1"/>
                </a:solidFill>
                <a:latin typeface="Funnel Sans" pitchFamily="2" charset="0"/>
              </a:defRPr>
            </a:lvl3pPr>
            <a:lvl4pPr marL="936000" indent="-216000">
              <a:lnSpc>
                <a:spcPct val="100000"/>
              </a:lnSpc>
              <a:buFontTx/>
              <a:buBlip>
                <a:blip r:embed="rId2"/>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29">
            <a:extLst>
              <a:ext uri="{FF2B5EF4-FFF2-40B4-BE49-F238E27FC236}">
                <a16:creationId xmlns:a16="http://schemas.microsoft.com/office/drawing/2014/main" id="{F0E2F280-E6EB-5C71-2F3F-12C955E1A4AF}"/>
              </a:ext>
            </a:extLst>
          </p:cNvPr>
          <p:cNvSpPr>
            <a:spLocks noGrp="1"/>
          </p:cNvSpPr>
          <p:nvPr>
            <p:ph type="body" sz="quarter" idx="15"/>
          </p:nvPr>
        </p:nvSpPr>
        <p:spPr>
          <a:xfrm>
            <a:off x="6096000" y="1961393"/>
            <a:ext cx="4862241" cy="3805729"/>
          </a:xfrm>
        </p:spPr>
        <p:txBody>
          <a:bodyPr lIns="0" tIns="0" rIns="0" bIns="0">
            <a:normAutofit/>
          </a:bodyPr>
          <a:lstStyle>
            <a:lvl1pPr marL="0" indent="0">
              <a:lnSpc>
                <a:spcPct val="100000"/>
              </a:lnSpc>
              <a:spcBef>
                <a:spcPts val="1328"/>
              </a:spcBef>
              <a:spcAft>
                <a:spcPts val="0"/>
              </a:spcAft>
              <a:defRPr sz="1600" b="0" i="0" spc="0">
                <a:solidFill>
                  <a:schemeClr val="tx1"/>
                </a:solidFill>
                <a:latin typeface="Funnel Sans" pitchFamily="2" charset="0"/>
              </a:defRPr>
            </a:lvl1pPr>
            <a:lvl2pPr marL="216000" indent="-216000">
              <a:lnSpc>
                <a:spcPct val="100000"/>
              </a:lnSpc>
              <a:buFontTx/>
              <a:buBlip>
                <a:blip r:embed="rId2"/>
              </a:buBlip>
              <a:defRPr sz="1600" b="0" i="0">
                <a:solidFill>
                  <a:schemeClr val="tx1"/>
                </a:solidFill>
                <a:latin typeface="Funnel Sans" pitchFamily="2" charset="0"/>
              </a:defRPr>
            </a:lvl2pPr>
            <a:lvl3pPr marL="576000" indent="-217560">
              <a:lnSpc>
                <a:spcPct val="100000"/>
              </a:lnSpc>
              <a:buFontTx/>
              <a:buBlip>
                <a:blip r:embed="rId2"/>
              </a:buBlip>
              <a:defRPr sz="1400" b="0" i="0">
                <a:solidFill>
                  <a:schemeClr val="tx1"/>
                </a:solidFill>
                <a:latin typeface="Funnel Sans" pitchFamily="2" charset="0"/>
              </a:defRPr>
            </a:lvl3pPr>
            <a:lvl4pPr marL="936000" indent="-216000">
              <a:lnSpc>
                <a:spcPct val="100000"/>
              </a:lnSpc>
              <a:buFontTx/>
              <a:buBlip>
                <a:blip r:embed="rId2"/>
              </a:buBlip>
              <a:defRPr sz="1200" b="0" i="0">
                <a:solidFill>
                  <a:schemeClr val="tx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Google Shape;22;p26">
            <a:extLst>
              <a:ext uri="{FF2B5EF4-FFF2-40B4-BE49-F238E27FC236}">
                <a16:creationId xmlns:a16="http://schemas.microsoft.com/office/drawing/2014/main" id="{0E05869E-EB3E-6E95-2C03-799E1759E05F}"/>
              </a:ext>
            </a:extLst>
          </p:cNvPr>
          <p:cNvSpPr txBox="1">
            <a:spLocks noGrp="1"/>
          </p:cNvSpPr>
          <p:nvPr>
            <p:ph type="ftr" idx="3"/>
          </p:nvPr>
        </p:nvSpPr>
        <p:spPr>
          <a:xfrm>
            <a:off x="9791247" y="6351676"/>
            <a:ext cx="2188802" cy="338400"/>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sz="800" b="0" i="0">
                <a:solidFill>
                  <a:schemeClr val="tx1">
                    <a:lumMod val="75000"/>
                    <a:lumOff val="25000"/>
                    <a:alpha val="50000"/>
                  </a:schemeClr>
                </a:solidFill>
                <a:latin typeface="Funnel Sans" pitchFamily="2"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GB"/>
              <a:t>© 2025 Copyright Genpact. All Rights Reserved.</a:t>
            </a:r>
          </a:p>
        </p:txBody>
      </p:sp>
      <p:sp>
        <p:nvSpPr>
          <p:cNvPr id="10" name="Google Shape;18;p26">
            <a:extLst>
              <a:ext uri="{FF2B5EF4-FFF2-40B4-BE49-F238E27FC236}">
                <a16:creationId xmlns:a16="http://schemas.microsoft.com/office/drawing/2014/main" id="{8B3A4F18-670E-635A-0CCD-8B27F72D6D4F}"/>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tx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Tree>
    <p:extLst>
      <p:ext uri="{BB962C8B-B14F-4D97-AF65-F5344CB8AC3E}">
        <p14:creationId xmlns:p14="http://schemas.microsoft.com/office/powerpoint/2010/main" val="3268498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hank you 2">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F8BCBBF0-E111-F024-4228-62A396116D4A}"/>
              </a:ext>
            </a:extLst>
          </p:cNvPr>
          <p:cNvSpPr>
            <a:spLocks noGrp="1"/>
          </p:cNvSpPr>
          <p:nvPr>
            <p:ph type="pic" sz="quarter" idx="10"/>
          </p:nvPr>
        </p:nvSpPr>
        <p:spPr>
          <a:xfrm>
            <a:off x="0" y="-1"/>
            <a:ext cx="12190413" cy="6858001"/>
          </a:xfrm>
        </p:spPr>
        <p:txBody>
          <a:bodyPr/>
          <a:lstStyle/>
          <a:p>
            <a:endParaRPr lang="en-IN"/>
          </a:p>
        </p:txBody>
      </p:sp>
      <p:sp>
        <p:nvSpPr>
          <p:cNvPr id="10" name="Google Shape;41;p28">
            <a:extLst>
              <a:ext uri="{FF2B5EF4-FFF2-40B4-BE49-F238E27FC236}">
                <a16:creationId xmlns:a16="http://schemas.microsoft.com/office/drawing/2014/main" id="{F6B6806E-A381-7E40-8F66-368932A6FEBF}"/>
              </a:ext>
            </a:extLst>
          </p:cNvPr>
          <p:cNvSpPr txBox="1">
            <a:spLocks noGrp="1"/>
          </p:cNvSpPr>
          <p:nvPr>
            <p:ph type="title" hasCustomPrompt="1"/>
          </p:nvPr>
        </p:nvSpPr>
        <p:spPr>
          <a:xfrm>
            <a:off x="910210" y="2568795"/>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Thank you</a:t>
            </a:r>
            <a:endParaRPr/>
          </a:p>
        </p:txBody>
      </p:sp>
      <p:sp>
        <p:nvSpPr>
          <p:cNvPr id="3" name="Google Shape;22;p26">
            <a:extLst>
              <a:ext uri="{FF2B5EF4-FFF2-40B4-BE49-F238E27FC236}">
                <a16:creationId xmlns:a16="http://schemas.microsoft.com/office/drawing/2014/main" id="{856A676F-3E51-6AED-EE05-71BA38E63DC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solidFill>
                  <a:schemeClr val="bg1">
                    <a:alpha val="50000"/>
                  </a:schemeClr>
                </a:solidFill>
              </a:rPr>
              <a:t>© 2025 Copyright Genpact. All Rights Reserved.</a:t>
            </a:r>
          </a:p>
        </p:txBody>
      </p:sp>
      <p:pic>
        <p:nvPicPr>
          <p:cNvPr id="13" name="Picture 12" descr="A logo with white text&#10;&#10;Description automatically generated">
            <a:extLst>
              <a:ext uri="{FF2B5EF4-FFF2-40B4-BE49-F238E27FC236}">
                <a16:creationId xmlns:a16="http://schemas.microsoft.com/office/drawing/2014/main" id="{4CD2F015-6671-BB1E-08B5-3E9A224E355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42049" y="2152270"/>
            <a:ext cx="4869997" cy="2553458"/>
          </a:xfrm>
          <a:prstGeom prst="rect">
            <a:avLst/>
          </a:prstGeom>
        </p:spPr>
      </p:pic>
    </p:spTree>
    <p:extLst>
      <p:ext uri="{BB962C8B-B14F-4D97-AF65-F5344CB8AC3E}">
        <p14:creationId xmlns:p14="http://schemas.microsoft.com/office/powerpoint/2010/main" val="27167850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31C43D78-E981-9982-64C3-F187938C776F}"/>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1DC78D17-A852-450F-A253-70AA3229F384}"/>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6538496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5D15AF2D-C12D-449E-D174-0D5AE6887B6E}"/>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400463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3" name="Google Shape;22;p26">
            <a:extLst>
              <a:ext uri="{FF2B5EF4-FFF2-40B4-BE49-F238E27FC236}">
                <a16:creationId xmlns:a16="http://schemas.microsoft.com/office/drawing/2014/main" id="{DFA86F58-FA53-A9B5-9057-25AB9A16D3D3}"/>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8055837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7_Title Slide 2">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248A3CC8-FE84-B70A-CD42-AD9C544ACBC3}"/>
              </a:ext>
            </a:extLst>
          </p:cNvPr>
          <p:cNvSpPr>
            <a:spLocks noGrp="1"/>
          </p:cNvSpPr>
          <p:nvPr>
            <p:ph type="pic" sz="quarter" idx="10"/>
          </p:nvPr>
        </p:nvSpPr>
        <p:spPr>
          <a:xfrm>
            <a:off x="6096000" y="0"/>
            <a:ext cx="6096000" cy="6858000"/>
          </a:xfrm>
        </p:spPr>
        <p:txBody>
          <a:bodyPr/>
          <a:lstStyle/>
          <a:p>
            <a:endParaRPr lang="en-IN"/>
          </a:p>
        </p:txBody>
      </p:sp>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1055834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1F72401B-92E5-25AE-3FEA-BB711A0C570C}"/>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2522864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A33215-CC12-D208-5CCE-E5972FAA08B4}"/>
              </a:ext>
            </a:extLst>
          </p:cNvPr>
          <p:cNvSpPr/>
          <p:nvPr userDrawn="1"/>
        </p:nvSpPr>
        <p:spPr>
          <a:xfrm>
            <a:off x="0" y="0"/>
            <a:ext cx="1219199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sp>
        <p:nvSpPr>
          <p:cNvPr id="3" name="Picture Placeholder 7">
            <a:extLst>
              <a:ext uri="{FF2B5EF4-FFF2-40B4-BE49-F238E27FC236}">
                <a16:creationId xmlns:a16="http://schemas.microsoft.com/office/drawing/2014/main" id="{B862E0FE-4F87-5684-E32E-370D3CF9A849}"/>
              </a:ext>
            </a:extLst>
          </p:cNvPr>
          <p:cNvSpPr>
            <a:spLocks noGrp="1"/>
          </p:cNvSpPr>
          <p:nvPr>
            <p:ph type="pic" sz="quarter" idx="10"/>
          </p:nvPr>
        </p:nvSpPr>
        <p:spPr>
          <a:xfrm>
            <a:off x="6096000" y="0"/>
            <a:ext cx="6096000" cy="6858000"/>
          </a:xfrm>
        </p:spPr>
        <p:txBody>
          <a:bodyPr/>
          <a:lstStyle/>
          <a:p>
            <a:endParaRPr lang="en-IN"/>
          </a:p>
        </p:txBody>
      </p:sp>
      <p:sp>
        <p:nvSpPr>
          <p:cNvPr id="5" name="Google Shape;41;p28">
            <a:extLst>
              <a:ext uri="{FF2B5EF4-FFF2-40B4-BE49-F238E27FC236}">
                <a16:creationId xmlns:a16="http://schemas.microsoft.com/office/drawing/2014/main" id="{33382448-C39A-B656-11E6-9701FDBADBBB}"/>
              </a:ext>
            </a:extLst>
          </p:cNvPr>
          <p:cNvSpPr txBox="1">
            <a:spLocks noGrp="1"/>
          </p:cNvSpPr>
          <p:nvPr>
            <p:ph type="title" hasCustomPrompt="1"/>
          </p:nvPr>
        </p:nvSpPr>
        <p:spPr>
          <a:xfrm>
            <a:off x="910209" y="2303923"/>
            <a:ext cx="4004632" cy="1720409"/>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SzPts val="4000"/>
              <a:buNone/>
              <a:defRPr sz="7250" b="1" i="0" u="none" strike="noStrike" cap="none">
                <a:solidFill>
                  <a:schemeClr val="bg1"/>
                </a:solidFill>
                <a:latin typeface="Funnel Sans" pitchFamily="2" charset="0"/>
                <a:ea typeface="Georgia"/>
                <a:cs typeface="Georgia"/>
                <a:sym typeface="Georgia"/>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sz="7250" b="1" i="0" u="none" strike="noStrike" cap="none">
                <a:solidFill>
                  <a:schemeClr val="bg1"/>
                </a:solidFill>
                <a:latin typeface="Funnel Sans" pitchFamily="2" charset="0"/>
                <a:sym typeface="Georgia"/>
              </a:rPr>
              <a:t>Title Slide</a:t>
            </a:r>
            <a:endParaRPr/>
          </a:p>
        </p:txBody>
      </p:sp>
      <p:sp>
        <p:nvSpPr>
          <p:cNvPr id="19" name="Google Shape;24;p26">
            <a:extLst>
              <a:ext uri="{FF2B5EF4-FFF2-40B4-BE49-F238E27FC236}">
                <a16:creationId xmlns:a16="http://schemas.microsoft.com/office/drawing/2014/main" id="{86079E78-6613-8F8B-B6B7-3D6721D2337B}"/>
              </a:ext>
            </a:extLst>
          </p:cNvPr>
          <p:cNvSpPr txBox="1">
            <a:spLocks noGrp="1"/>
          </p:cNvSpPr>
          <p:nvPr>
            <p:ph type="body" idx="2" hasCustomPrompt="1"/>
          </p:nvPr>
        </p:nvSpPr>
        <p:spPr>
          <a:xfrm>
            <a:off x="918332" y="4208110"/>
            <a:ext cx="2962806"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Innovation into action</a:t>
            </a:r>
            <a:endParaRPr/>
          </a:p>
        </p:txBody>
      </p:sp>
      <p:pic>
        <p:nvPicPr>
          <p:cNvPr id="7" name="Picture 6" descr="A logo with white text&#10;&#10;Description automatically generated">
            <a:extLst>
              <a:ext uri="{FF2B5EF4-FFF2-40B4-BE49-F238E27FC236}">
                <a16:creationId xmlns:a16="http://schemas.microsoft.com/office/drawing/2014/main" id="{527601A5-C06F-FAEF-DE8F-5FA13D9856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0673" y="426423"/>
            <a:ext cx="2656930" cy="1393094"/>
          </a:xfrm>
          <a:prstGeom prst="rect">
            <a:avLst/>
          </a:prstGeom>
        </p:spPr>
      </p:pic>
      <p:cxnSp>
        <p:nvCxnSpPr>
          <p:cNvPr id="10" name="Straight Connector 9">
            <a:extLst>
              <a:ext uri="{FF2B5EF4-FFF2-40B4-BE49-F238E27FC236}">
                <a16:creationId xmlns:a16="http://schemas.microsoft.com/office/drawing/2014/main" id="{38A4BBA9-B6E8-ABC3-1C84-53EE89568FDE}"/>
              </a:ext>
            </a:extLst>
          </p:cNvPr>
          <p:cNvCxnSpPr>
            <a:cxnSpLocks/>
          </p:cNvCxnSpPr>
          <p:nvPr userDrawn="1"/>
        </p:nvCxnSpPr>
        <p:spPr>
          <a:xfrm>
            <a:off x="910210" y="4109292"/>
            <a:ext cx="1055834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 name="Google Shape;22;p26">
            <a:extLst>
              <a:ext uri="{FF2B5EF4-FFF2-40B4-BE49-F238E27FC236}">
                <a16:creationId xmlns:a16="http://schemas.microsoft.com/office/drawing/2014/main" id="{8F8ABE9E-B85C-7854-0B7D-FD84CA7D1DC2}"/>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41991750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4FC512E5-9F1F-7A0D-7A71-51A402E2842E}"/>
              </a:ext>
            </a:extLst>
          </p:cNvPr>
          <p:cNvSpPr>
            <a:spLocks noGrp="1"/>
          </p:cNvSpPr>
          <p:nvPr>
            <p:ph type="pic" sz="quarter" idx="10"/>
          </p:nvPr>
        </p:nvSpPr>
        <p:spPr>
          <a:xfrm>
            <a:off x="6096000" y="0"/>
            <a:ext cx="6096000" cy="6858000"/>
          </a:xfrm>
        </p:spPr>
        <p:txBody>
          <a:bodyPr/>
          <a:lstStyle/>
          <a:p>
            <a:endParaRPr lang="en-IN"/>
          </a:p>
        </p:txBody>
      </p:sp>
      <p:sp>
        <p:nvSpPr>
          <p:cNvPr id="3" name="Rectangle 2">
            <a:extLst>
              <a:ext uri="{FF2B5EF4-FFF2-40B4-BE49-F238E27FC236}">
                <a16:creationId xmlns:a16="http://schemas.microsoft.com/office/drawing/2014/main" id="{1508DED2-D351-6F02-97F0-EC8D5DB87D78}"/>
              </a:ext>
            </a:extLst>
          </p:cNvPr>
          <p:cNvSpPr/>
          <p:nvPr userDrawn="1"/>
        </p:nvSpPr>
        <p:spPr>
          <a:xfrm>
            <a:off x="1" y="0"/>
            <a:ext cx="6096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0" i="0">
              <a:latin typeface="Funnel Sans" pitchFamily="2" charset="0"/>
            </a:endParaRPr>
          </a:p>
        </p:txBody>
      </p:sp>
      <p:pic>
        <p:nvPicPr>
          <p:cNvPr id="6" name="Graphic 5">
            <a:extLst>
              <a:ext uri="{FF2B5EF4-FFF2-40B4-BE49-F238E27FC236}">
                <a16:creationId xmlns:a16="http://schemas.microsoft.com/office/drawing/2014/main" id="{64A1C97A-8611-4A24-A3B9-7CA7D0758DB3}"/>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32" name="Google Shape;24;p26">
            <a:extLst>
              <a:ext uri="{FF2B5EF4-FFF2-40B4-BE49-F238E27FC236}">
                <a16:creationId xmlns:a16="http://schemas.microsoft.com/office/drawing/2014/main" id="{CD5D790D-9423-B18B-2082-61298E142DFA}"/>
              </a:ext>
            </a:extLst>
          </p:cNvPr>
          <p:cNvSpPr txBox="1">
            <a:spLocks noGrp="1"/>
          </p:cNvSpPr>
          <p:nvPr>
            <p:ph type="body" idx="2" hasCustomPrompt="1"/>
          </p:nvPr>
        </p:nvSpPr>
        <p:spPr>
          <a:xfrm>
            <a:off x="1185698" y="16056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1</a:t>
            </a:r>
          </a:p>
        </p:txBody>
      </p:sp>
      <p:sp>
        <p:nvSpPr>
          <p:cNvPr id="33" name="Google Shape;24;p26">
            <a:extLst>
              <a:ext uri="{FF2B5EF4-FFF2-40B4-BE49-F238E27FC236}">
                <a16:creationId xmlns:a16="http://schemas.microsoft.com/office/drawing/2014/main" id="{FAC077C5-23DB-6672-D948-DEFEE9E8266F}"/>
              </a:ext>
            </a:extLst>
          </p:cNvPr>
          <p:cNvSpPr txBox="1">
            <a:spLocks noGrp="1"/>
          </p:cNvSpPr>
          <p:nvPr>
            <p:ph type="body" idx="13" hasCustomPrompt="1"/>
          </p:nvPr>
        </p:nvSpPr>
        <p:spPr>
          <a:xfrm>
            <a:off x="1185698" y="225845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2</a:t>
            </a:r>
          </a:p>
        </p:txBody>
      </p:sp>
      <p:sp>
        <p:nvSpPr>
          <p:cNvPr id="34" name="Google Shape;24;p26">
            <a:extLst>
              <a:ext uri="{FF2B5EF4-FFF2-40B4-BE49-F238E27FC236}">
                <a16:creationId xmlns:a16="http://schemas.microsoft.com/office/drawing/2014/main" id="{2918299F-FCC7-1765-77FB-44EB16488DB3}"/>
              </a:ext>
            </a:extLst>
          </p:cNvPr>
          <p:cNvSpPr txBox="1">
            <a:spLocks noGrp="1"/>
          </p:cNvSpPr>
          <p:nvPr>
            <p:ph type="body" idx="14" hasCustomPrompt="1"/>
          </p:nvPr>
        </p:nvSpPr>
        <p:spPr>
          <a:xfrm>
            <a:off x="1185698" y="291123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3</a:t>
            </a:r>
          </a:p>
        </p:txBody>
      </p:sp>
      <p:sp>
        <p:nvSpPr>
          <p:cNvPr id="35" name="Google Shape;24;p26">
            <a:extLst>
              <a:ext uri="{FF2B5EF4-FFF2-40B4-BE49-F238E27FC236}">
                <a16:creationId xmlns:a16="http://schemas.microsoft.com/office/drawing/2014/main" id="{1F0EBE5B-16A9-6E53-E884-D6A6B0D8C39C}"/>
              </a:ext>
            </a:extLst>
          </p:cNvPr>
          <p:cNvSpPr txBox="1">
            <a:spLocks noGrp="1"/>
          </p:cNvSpPr>
          <p:nvPr>
            <p:ph type="body" idx="15" hasCustomPrompt="1"/>
          </p:nvPr>
        </p:nvSpPr>
        <p:spPr>
          <a:xfrm>
            <a:off x="1185698" y="356401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4</a:t>
            </a:r>
          </a:p>
        </p:txBody>
      </p:sp>
      <p:sp>
        <p:nvSpPr>
          <p:cNvPr id="36" name="Google Shape;24;p26">
            <a:extLst>
              <a:ext uri="{FF2B5EF4-FFF2-40B4-BE49-F238E27FC236}">
                <a16:creationId xmlns:a16="http://schemas.microsoft.com/office/drawing/2014/main" id="{67FF5144-A4A4-1D38-9F43-B38D8CDE582F}"/>
              </a:ext>
            </a:extLst>
          </p:cNvPr>
          <p:cNvSpPr txBox="1">
            <a:spLocks noGrp="1"/>
          </p:cNvSpPr>
          <p:nvPr>
            <p:ph type="body" idx="16" hasCustomPrompt="1"/>
          </p:nvPr>
        </p:nvSpPr>
        <p:spPr>
          <a:xfrm>
            <a:off x="1185698" y="421679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5</a:t>
            </a:r>
          </a:p>
        </p:txBody>
      </p:sp>
      <p:sp>
        <p:nvSpPr>
          <p:cNvPr id="37" name="Google Shape;24;p26">
            <a:extLst>
              <a:ext uri="{FF2B5EF4-FFF2-40B4-BE49-F238E27FC236}">
                <a16:creationId xmlns:a16="http://schemas.microsoft.com/office/drawing/2014/main" id="{B9E94BB8-D4CD-EDF0-4B6E-0D409D46B46D}"/>
              </a:ext>
            </a:extLst>
          </p:cNvPr>
          <p:cNvSpPr txBox="1">
            <a:spLocks noGrp="1"/>
          </p:cNvSpPr>
          <p:nvPr>
            <p:ph type="body" idx="17" hasCustomPrompt="1"/>
          </p:nvPr>
        </p:nvSpPr>
        <p:spPr>
          <a:xfrm>
            <a:off x="1185698" y="4869577"/>
            <a:ext cx="3322413" cy="501743"/>
          </a:xfrm>
          <a:prstGeom prst="rect">
            <a:avLst/>
          </a:prstGeom>
          <a:noFill/>
          <a:ln>
            <a:noFill/>
          </a:ln>
        </p:spPr>
        <p:txBody>
          <a:bodyPr spcFirstLastPara="1" wrap="square" lIns="0" tIns="0" rIns="0" bIns="0" anchor="t" anchorCtr="0">
            <a:noAutofit/>
          </a:bodyPr>
          <a:lstStyle>
            <a:lvl1pPr marL="0" lvl="0" indent="0" algn="l">
              <a:lnSpc>
                <a:spcPts val="2200"/>
              </a:lnSpc>
              <a:spcBef>
                <a:spcPts val="1200"/>
              </a:spcBef>
              <a:spcAft>
                <a:spcPts val="0"/>
              </a:spcAft>
              <a:buSzPts val="1400"/>
              <a:buFont typeface="Arial" panose="020B0604020202020204" pitchFamily="34" charset="0"/>
              <a:buNone/>
              <a:defRPr sz="20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Level 6</a:t>
            </a:r>
          </a:p>
        </p:txBody>
      </p:sp>
      <p:sp>
        <p:nvSpPr>
          <p:cNvPr id="8" name="Google Shape;18;p26">
            <a:extLst>
              <a:ext uri="{FF2B5EF4-FFF2-40B4-BE49-F238E27FC236}">
                <a16:creationId xmlns:a16="http://schemas.microsoft.com/office/drawing/2014/main" id="{0FB8683D-0CDA-5A7B-8A1E-49E07216AD49}"/>
              </a:ext>
            </a:extLst>
          </p:cNvPr>
          <p:cNvSpPr txBox="1">
            <a:spLocks noGrp="1"/>
          </p:cNvSpPr>
          <p:nvPr>
            <p:ph type="title" hasCustomPrompt="1"/>
          </p:nvPr>
        </p:nvSpPr>
        <p:spPr>
          <a:xfrm>
            <a:off x="1185698" y="462976"/>
            <a:ext cx="3322413"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Agenda</a:t>
            </a:r>
            <a:endParaRPr/>
          </a:p>
        </p:txBody>
      </p:sp>
      <p:sp>
        <p:nvSpPr>
          <p:cNvPr id="2" name="Google Shape;22;p26">
            <a:extLst>
              <a:ext uri="{FF2B5EF4-FFF2-40B4-BE49-F238E27FC236}">
                <a16:creationId xmlns:a16="http://schemas.microsoft.com/office/drawing/2014/main" id="{E54128B7-0DEE-77CB-AEBE-B9DF33ED228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4" name="Google Shape;21;p33">
            <a:extLst>
              <a:ext uri="{FF2B5EF4-FFF2-40B4-BE49-F238E27FC236}">
                <a16:creationId xmlns:a16="http://schemas.microsoft.com/office/drawing/2014/main" id="{1074D97E-DB98-E915-569A-5882E1EC4C63}"/>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chemeClr val="bg1"/>
                </a:solidFill>
              </a:rPr>
              <a:pPr/>
              <a:t>‹#›</a:t>
            </a:fld>
            <a:endParaRPr lang="en-US" dirty="0">
              <a:solidFill>
                <a:schemeClr val="bg1"/>
              </a:solidFill>
            </a:endParaRPr>
          </a:p>
        </p:txBody>
      </p:sp>
    </p:spTree>
    <p:extLst>
      <p:ext uri="{BB962C8B-B14F-4D97-AF65-F5344CB8AC3E}">
        <p14:creationId xmlns:p14="http://schemas.microsoft.com/office/powerpoint/2010/main" val="13206495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with Subtitle 2">
    <p:bg>
      <p:bgPr>
        <a:solidFill>
          <a:schemeClr val="tx1"/>
        </a:solidFill>
        <a:effectLst/>
      </p:bgPr>
    </p:bg>
    <p:spTree>
      <p:nvGrpSpPr>
        <p:cNvPr id="1" name=""/>
        <p:cNvGrpSpPr/>
        <p:nvPr/>
      </p:nvGrpSpPr>
      <p:grpSpPr>
        <a:xfrm>
          <a:off x="0" y="0"/>
          <a:ext cx="0" cy="0"/>
          <a:chOff x="0" y="0"/>
          <a:chExt cx="0" cy="0"/>
        </a:xfrm>
      </p:grpSpPr>
      <p:sp>
        <p:nvSpPr>
          <p:cNvPr id="4" name="Google Shape;24;p26">
            <a:extLst>
              <a:ext uri="{FF2B5EF4-FFF2-40B4-BE49-F238E27FC236}">
                <a16:creationId xmlns:a16="http://schemas.microsoft.com/office/drawing/2014/main" id="{7D928B5C-F90E-335F-FF83-2AE5D6633DE6}"/>
              </a:ext>
            </a:extLst>
          </p:cNvPr>
          <p:cNvSpPr txBox="1">
            <a:spLocks noGrp="1"/>
          </p:cNvSpPr>
          <p:nvPr>
            <p:ph type="body" idx="2" hasCustomPrompt="1"/>
          </p:nvPr>
        </p:nvSpPr>
        <p:spPr>
          <a:xfrm>
            <a:off x="993896" y="1055697"/>
            <a:ext cx="9256696" cy="696261"/>
          </a:xfrm>
          <a:prstGeom prst="rect">
            <a:avLst/>
          </a:prstGeom>
          <a:noFill/>
          <a:ln>
            <a:noFill/>
          </a:ln>
        </p:spPr>
        <p:txBody>
          <a:bodyPr spcFirstLastPara="1" wrap="square" lIns="0" tIns="0" rIns="0" bIns="0" anchor="t" anchorCtr="0">
            <a:noAutofit/>
          </a:bodyPr>
          <a:lstStyle>
            <a:lvl1pPr marL="0" lvl="0" indent="0" algn="l">
              <a:lnSpc>
                <a:spcPct val="90000"/>
              </a:lnSpc>
              <a:spcBef>
                <a:spcPts val="0"/>
              </a:spcBef>
              <a:spcAft>
                <a:spcPts val="0"/>
              </a:spcAft>
              <a:buSzPts val="1400"/>
              <a:buFont typeface="Arial" panose="020B0604020202020204" pitchFamily="34" charset="0"/>
              <a:buNone/>
              <a:defRPr lang="en-GB" sz="2400" b="1" i="0" kern="1200" spc="0" dirty="0">
                <a:solidFill>
                  <a:schemeClr val="bg1"/>
                </a:solidFill>
                <a:latin typeface="Funnel Sans" pitchFamily="2" charset="0"/>
                <a:ea typeface="+mn-ea"/>
                <a:cs typeface="+mn-cs"/>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are larger than body copy and can drop over multiple lines, and are helpful to take the strain off the big headline.</a:t>
            </a:r>
          </a:p>
        </p:txBody>
      </p:sp>
      <p:sp>
        <p:nvSpPr>
          <p:cNvPr id="7" name="Text Placeholder 29">
            <a:extLst>
              <a:ext uri="{FF2B5EF4-FFF2-40B4-BE49-F238E27FC236}">
                <a16:creationId xmlns:a16="http://schemas.microsoft.com/office/drawing/2014/main" id="{46482378-AECD-3D9B-EAD3-584511C7220A}"/>
              </a:ext>
            </a:extLst>
          </p:cNvPr>
          <p:cNvSpPr>
            <a:spLocks noGrp="1"/>
          </p:cNvSpPr>
          <p:nvPr>
            <p:ph type="body" sz="quarter" idx="12"/>
          </p:nvPr>
        </p:nvSpPr>
        <p:spPr>
          <a:xfrm>
            <a:off x="993896"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29">
            <a:extLst>
              <a:ext uri="{FF2B5EF4-FFF2-40B4-BE49-F238E27FC236}">
                <a16:creationId xmlns:a16="http://schemas.microsoft.com/office/drawing/2014/main" id="{D1E70E66-2D85-AF1C-EBE2-3897458CE370}"/>
              </a:ext>
            </a:extLst>
          </p:cNvPr>
          <p:cNvSpPr>
            <a:spLocks noGrp="1"/>
          </p:cNvSpPr>
          <p:nvPr>
            <p:ph type="body" sz="quarter" idx="14"/>
          </p:nvPr>
        </p:nvSpPr>
        <p:spPr>
          <a:xfrm>
            <a:off x="6096000" y="1996574"/>
            <a:ext cx="4884274" cy="3805729"/>
          </a:xfrm>
        </p:spPr>
        <p:txBody>
          <a:bodyPr lIns="0" tIns="0" rIns="0" bIns="0">
            <a:normAutofit/>
          </a:bodyPr>
          <a:lstStyle>
            <a:lvl1pPr marL="0" indent="0">
              <a:lnSpc>
                <a:spcPct val="100000"/>
              </a:lnSpc>
              <a:spcBef>
                <a:spcPts val="1328"/>
              </a:spcBef>
              <a:spcAft>
                <a:spcPts val="0"/>
              </a:spcAft>
              <a:defRPr sz="1600" b="0" i="0" spc="0">
                <a:solidFill>
                  <a:schemeClr val="bg1"/>
                </a:solidFill>
                <a:latin typeface="Funnel Sans" pitchFamily="2" charset="0"/>
              </a:defRPr>
            </a:lvl1pPr>
            <a:lvl2pPr marL="216000" indent="-216000">
              <a:lnSpc>
                <a:spcPct val="100000"/>
              </a:lnSpc>
              <a:buFontTx/>
              <a:buBlip>
                <a:blip r:embed="rId2"/>
              </a:buBlip>
              <a:defRPr sz="1600" b="0" i="0">
                <a:solidFill>
                  <a:schemeClr val="bg1"/>
                </a:solidFill>
                <a:latin typeface="Funnel Sans" pitchFamily="2" charset="0"/>
              </a:defRPr>
            </a:lvl2pPr>
            <a:lvl3pPr marL="576000" indent="-217560">
              <a:lnSpc>
                <a:spcPct val="100000"/>
              </a:lnSpc>
              <a:buFontTx/>
              <a:buBlip>
                <a:blip r:embed="rId2"/>
              </a:buBlip>
              <a:defRPr sz="1400" b="0" i="0">
                <a:solidFill>
                  <a:schemeClr val="bg1"/>
                </a:solidFill>
                <a:latin typeface="Funnel Sans" pitchFamily="2" charset="0"/>
              </a:defRPr>
            </a:lvl3pPr>
            <a:lvl4pPr marL="936000" indent="-216000">
              <a:lnSpc>
                <a:spcPct val="100000"/>
              </a:lnSpc>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3" name="Graphic 2">
            <a:extLst>
              <a:ext uri="{FF2B5EF4-FFF2-40B4-BE49-F238E27FC236}">
                <a16:creationId xmlns:a16="http://schemas.microsoft.com/office/drawing/2014/main" id="{A609A96A-8F24-9528-E836-E7DDD980E1D8}"/>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4" name="Google Shape;18;p26">
            <a:extLst>
              <a:ext uri="{FF2B5EF4-FFF2-40B4-BE49-F238E27FC236}">
                <a16:creationId xmlns:a16="http://schemas.microsoft.com/office/drawing/2014/main" id="{5704D772-7781-1777-206A-5DE46FF7FD5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5" name="Google Shape;22;p26">
            <a:extLst>
              <a:ext uri="{FF2B5EF4-FFF2-40B4-BE49-F238E27FC236}">
                <a16:creationId xmlns:a16="http://schemas.microsoft.com/office/drawing/2014/main" id="{58F683C0-0370-BE33-97F1-6342A172CA4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39147392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Content with Subtitle 2">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117107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8_Title Content with Subtitle 2">
    <p:bg>
      <p:bgPr>
        <a:solidFill>
          <a:schemeClr val="tx1"/>
        </a:solidFill>
        <a:effectLst/>
      </p:bgPr>
    </p:bg>
    <p:spTree>
      <p:nvGrpSpPr>
        <p:cNvPr id="1" name=""/>
        <p:cNvGrpSpPr/>
        <p:nvPr/>
      </p:nvGrpSpPr>
      <p:grpSpPr>
        <a:xfrm>
          <a:off x="0" y="0"/>
          <a:ext cx="0" cy="0"/>
          <a:chOff x="0" y="0"/>
          <a:chExt cx="0" cy="0"/>
        </a:xfrm>
      </p:grpSpPr>
      <p:sp>
        <p:nvSpPr>
          <p:cNvPr id="22" name="Freeform: Shape 130">
            <a:extLst>
              <a:ext uri="{FF2B5EF4-FFF2-40B4-BE49-F238E27FC236}">
                <a16:creationId xmlns:a16="http://schemas.microsoft.com/office/drawing/2014/main" id="{1AE08231-E7A9-B698-87FD-3D8BAE74AFE9}"/>
              </a:ext>
            </a:extLst>
          </p:cNvPr>
          <p:cNvSpPr/>
          <p:nvPr userDrawn="1"/>
        </p:nvSpPr>
        <p:spPr>
          <a:xfrm>
            <a:off x="1590868" y="471991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solidFill>
                <a:schemeClr val="bg1"/>
              </a:solidFill>
            </a:endParaRPr>
          </a:p>
        </p:txBody>
      </p:sp>
      <p:sp>
        <p:nvSpPr>
          <p:cNvPr id="6" name="Oval 5">
            <a:extLst>
              <a:ext uri="{FF2B5EF4-FFF2-40B4-BE49-F238E27FC236}">
                <a16:creationId xmlns:a16="http://schemas.microsoft.com/office/drawing/2014/main" id="{C4540FB7-5140-7DB6-6276-4F65AF568836}"/>
              </a:ext>
            </a:extLst>
          </p:cNvPr>
          <p:cNvSpPr/>
          <p:nvPr userDrawn="1"/>
        </p:nvSpPr>
        <p:spPr>
          <a:xfrm>
            <a:off x="1177989" y="509370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Freeform: Shape 125">
            <a:extLst>
              <a:ext uri="{FF2B5EF4-FFF2-40B4-BE49-F238E27FC236}">
                <a16:creationId xmlns:a16="http://schemas.microsoft.com/office/drawing/2014/main" id="{4FC9E0BD-5425-2F56-7138-C4D3125D947F}"/>
              </a:ext>
            </a:extLst>
          </p:cNvPr>
          <p:cNvSpPr/>
          <p:nvPr userDrawn="1"/>
        </p:nvSpPr>
        <p:spPr>
          <a:xfrm>
            <a:off x="1590868" y="297499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5" name="Oval 4">
            <a:extLst>
              <a:ext uri="{FF2B5EF4-FFF2-40B4-BE49-F238E27FC236}">
                <a16:creationId xmlns:a16="http://schemas.microsoft.com/office/drawing/2014/main" id="{2DE8857D-DC9F-9690-3147-6F0A0FEE3D5F}"/>
              </a:ext>
            </a:extLst>
          </p:cNvPr>
          <p:cNvSpPr/>
          <p:nvPr userDrawn="1"/>
        </p:nvSpPr>
        <p:spPr>
          <a:xfrm>
            <a:off x="1177989" y="3323780"/>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Freeform: Shape 100">
            <a:extLst>
              <a:ext uri="{FF2B5EF4-FFF2-40B4-BE49-F238E27FC236}">
                <a16:creationId xmlns:a16="http://schemas.microsoft.com/office/drawing/2014/main" id="{87A42313-743C-B14F-7C95-096F6A139962}"/>
              </a:ext>
            </a:extLst>
          </p:cNvPr>
          <p:cNvSpPr/>
          <p:nvPr userDrawn="1"/>
        </p:nvSpPr>
        <p:spPr>
          <a:xfrm>
            <a:off x="1590868" y="1230071"/>
            <a:ext cx="3597782" cy="1573340"/>
          </a:xfrm>
          <a:custGeom>
            <a:avLst/>
            <a:gdLst>
              <a:gd name="connsiteX0" fmla="*/ 262229 w 3597782"/>
              <a:gd name="connsiteY0" fmla="*/ 0 h 1573340"/>
              <a:gd name="connsiteX1" fmla="*/ 3335553 w 3597782"/>
              <a:gd name="connsiteY1" fmla="*/ 0 h 1573340"/>
              <a:gd name="connsiteX2" fmla="*/ 3597782 w 3597782"/>
              <a:gd name="connsiteY2" fmla="*/ 262229 h 1573340"/>
              <a:gd name="connsiteX3" fmla="*/ 3597782 w 3597782"/>
              <a:gd name="connsiteY3" fmla="*/ 1311111 h 1573340"/>
              <a:gd name="connsiteX4" fmla="*/ 3335553 w 3597782"/>
              <a:gd name="connsiteY4" fmla="*/ 1573340 h 1573340"/>
              <a:gd name="connsiteX5" fmla="*/ 262229 w 3597782"/>
              <a:gd name="connsiteY5" fmla="*/ 1573340 h 1573340"/>
              <a:gd name="connsiteX6" fmla="*/ 0 w 3597782"/>
              <a:gd name="connsiteY6" fmla="*/ 1311111 h 1573340"/>
              <a:gd name="connsiteX7" fmla="*/ 0 w 3597782"/>
              <a:gd name="connsiteY7" fmla="*/ 1164712 h 1573340"/>
              <a:gd name="connsiteX8" fmla="*/ 29290 w 3597782"/>
              <a:gd name="connsiteY8" fmla="*/ 1161760 h 1573340"/>
              <a:gd name="connsiteX9" fmla="*/ 334997 w 3597782"/>
              <a:gd name="connsiteY9" fmla="*/ 786670 h 1573340"/>
              <a:gd name="connsiteX10" fmla="*/ 29290 w 3597782"/>
              <a:gd name="connsiteY10" fmla="*/ 411581 h 1573340"/>
              <a:gd name="connsiteX11" fmla="*/ 0 w 3597782"/>
              <a:gd name="connsiteY11" fmla="*/ 408628 h 1573340"/>
              <a:gd name="connsiteX12" fmla="*/ 0 w 3597782"/>
              <a:gd name="connsiteY12" fmla="*/ 262229 h 1573340"/>
              <a:gd name="connsiteX13" fmla="*/ 262229 w 3597782"/>
              <a:gd name="connsiteY13" fmla="*/ 0 h 157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97782" h="1573340">
                <a:moveTo>
                  <a:pt x="262229" y="0"/>
                </a:moveTo>
                <a:lnTo>
                  <a:pt x="3335553" y="0"/>
                </a:lnTo>
                <a:cubicBezTo>
                  <a:pt x="3480378" y="0"/>
                  <a:pt x="3597782" y="117404"/>
                  <a:pt x="3597782" y="262229"/>
                </a:cubicBezTo>
                <a:lnTo>
                  <a:pt x="3597782" y="1311111"/>
                </a:lnTo>
                <a:cubicBezTo>
                  <a:pt x="3597782" y="1455936"/>
                  <a:pt x="3480378" y="1573340"/>
                  <a:pt x="3335553" y="1573340"/>
                </a:cubicBezTo>
                <a:lnTo>
                  <a:pt x="262229" y="1573340"/>
                </a:lnTo>
                <a:cubicBezTo>
                  <a:pt x="117404" y="1573340"/>
                  <a:pt x="0" y="1455936"/>
                  <a:pt x="0" y="1311111"/>
                </a:cubicBezTo>
                <a:lnTo>
                  <a:pt x="0" y="1164712"/>
                </a:lnTo>
                <a:lnTo>
                  <a:pt x="29290" y="1161760"/>
                </a:lnTo>
                <a:cubicBezTo>
                  <a:pt x="203757" y="1126059"/>
                  <a:pt x="334997" y="971691"/>
                  <a:pt x="334997" y="786670"/>
                </a:cubicBezTo>
                <a:cubicBezTo>
                  <a:pt x="334997" y="601650"/>
                  <a:pt x="203757" y="447282"/>
                  <a:pt x="29290" y="411581"/>
                </a:cubicBezTo>
                <a:lnTo>
                  <a:pt x="0" y="408628"/>
                </a:lnTo>
                <a:lnTo>
                  <a:pt x="0" y="262229"/>
                </a:lnTo>
                <a:cubicBezTo>
                  <a:pt x="0" y="117404"/>
                  <a:pt x="117404" y="0"/>
                  <a:pt x="262229" y="0"/>
                </a:cubicBezTo>
                <a:close/>
              </a:path>
            </a:pathLst>
          </a:cu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IN"/>
          </a:p>
        </p:txBody>
      </p:sp>
      <p:sp>
        <p:nvSpPr>
          <p:cNvPr id="4" name="Oval 3">
            <a:extLst>
              <a:ext uri="{FF2B5EF4-FFF2-40B4-BE49-F238E27FC236}">
                <a16:creationId xmlns:a16="http://schemas.microsoft.com/office/drawing/2014/main" id="{3B5DCD89-F093-74BF-F703-435662D30530}"/>
              </a:ext>
            </a:extLst>
          </p:cNvPr>
          <p:cNvSpPr/>
          <p:nvPr userDrawn="1"/>
        </p:nvSpPr>
        <p:spPr>
          <a:xfrm>
            <a:off x="1192979" y="1603862"/>
            <a:ext cx="825758" cy="825758"/>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3BCCADD6-476E-2605-EFDA-DA987E981A7D}"/>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5B750E74-6C9A-AC48-B2A3-B2649BE34D6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23D58D9C-E749-0648-D647-46FA39F8A49F}"/>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
        <p:nvSpPr>
          <p:cNvPr id="12" name="Oval 11">
            <a:extLst>
              <a:ext uri="{FF2B5EF4-FFF2-40B4-BE49-F238E27FC236}">
                <a16:creationId xmlns:a16="http://schemas.microsoft.com/office/drawing/2014/main" id="{8B32AF04-3F40-C0BD-A45E-4C5A3756E840}"/>
              </a:ext>
            </a:extLst>
          </p:cNvPr>
          <p:cNvSpPr/>
          <p:nvPr userDrawn="1"/>
        </p:nvSpPr>
        <p:spPr>
          <a:xfrm>
            <a:off x="1303770" y="1710255"/>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p>
        </p:txBody>
      </p:sp>
      <p:pic>
        <p:nvPicPr>
          <p:cNvPr id="13" name="Graphic 12">
            <a:hlinkClick r:id="rId4" action="ppaction://hlinksldjump"/>
            <a:extLst>
              <a:ext uri="{FF2B5EF4-FFF2-40B4-BE49-F238E27FC236}">
                <a16:creationId xmlns:a16="http://schemas.microsoft.com/office/drawing/2014/main" id="{93145C6A-5E9D-4853-194B-6E4E162A5F8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502111" y="1892825"/>
            <a:ext cx="231671" cy="247834"/>
          </a:xfrm>
          <a:prstGeom prst="rect">
            <a:avLst/>
          </a:prstGeom>
        </p:spPr>
      </p:pic>
      <p:sp>
        <p:nvSpPr>
          <p:cNvPr id="16" name="Oval 15">
            <a:extLst>
              <a:ext uri="{FF2B5EF4-FFF2-40B4-BE49-F238E27FC236}">
                <a16:creationId xmlns:a16="http://schemas.microsoft.com/office/drawing/2014/main" id="{1A04598C-A9DC-4327-4434-AC330CC5E90B}"/>
              </a:ext>
            </a:extLst>
          </p:cNvPr>
          <p:cNvSpPr/>
          <p:nvPr userDrawn="1"/>
        </p:nvSpPr>
        <p:spPr>
          <a:xfrm>
            <a:off x="1309871" y="344267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p>
        </p:txBody>
      </p:sp>
      <p:pic>
        <p:nvPicPr>
          <p:cNvPr id="17" name="Graphic 16">
            <a:hlinkClick r:id="rId4" action="ppaction://hlinksldjump"/>
            <a:extLst>
              <a:ext uri="{FF2B5EF4-FFF2-40B4-BE49-F238E27FC236}">
                <a16:creationId xmlns:a16="http://schemas.microsoft.com/office/drawing/2014/main" id="{C29152DF-CA6A-2D2B-F259-D361722B81E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495529" y="3616380"/>
            <a:ext cx="231671" cy="247834"/>
          </a:xfrm>
          <a:prstGeom prst="rect">
            <a:avLst/>
          </a:prstGeom>
        </p:spPr>
      </p:pic>
      <p:sp>
        <p:nvSpPr>
          <p:cNvPr id="20" name="Oval 19">
            <a:extLst>
              <a:ext uri="{FF2B5EF4-FFF2-40B4-BE49-F238E27FC236}">
                <a16:creationId xmlns:a16="http://schemas.microsoft.com/office/drawing/2014/main" id="{60CF9DA6-B8E4-4221-3133-F7B2CC632302}"/>
              </a:ext>
            </a:extLst>
          </p:cNvPr>
          <p:cNvSpPr/>
          <p:nvPr userDrawn="1"/>
        </p:nvSpPr>
        <p:spPr>
          <a:xfrm>
            <a:off x="1302288" y="5204494"/>
            <a:ext cx="604176" cy="604174"/>
          </a:xfrm>
          <a:prstGeom prst="ellipse">
            <a:avLst/>
          </a:prstGeom>
          <a:solidFill>
            <a:schemeClr val="accent6"/>
          </a:solidFill>
          <a:ln w="53975">
            <a:no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dirty="0"/>
          </a:p>
        </p:txBody>
      </p:sp>
      <p:pic>
        <p:nvPicPr>
          <p:cNvPr id="21" name="Graphic 20">
            <a:hlinkClick r:id="rId4" action="ppaction://hlinksldjump"/>
            <a:extLst>
              <a:ext uri="{FF2B5EF4-FFF2-40B4-BE49-F238E27FC236}">
                <a16:creationId xmlns:a16="http://schemas.microsoft.com/office/drawing/2014/main" id="{4B2A357D-F5EC-7453-C3A1-EA3C8787BF2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475032" y="5368578"/>
            <a:ext cx="231671" cy="247834"/>
          </a:xfrm>
          <a:prstGeom prst="rect">
            <a:avLst/>
          </a:prstGeom>
        </p:spPr>
      </p:pic>
      <p:sp>
        <p:nvSpPr>
          <p:cNvPr id="24" name="Text Placeholder 29">
            <a:extLst>
              <a:ext uri="{FF2B5EF4-FFF2-40B4-BE49-F238E27FC236}">
                <a16:creationId xmlns:a16="http://schemas.microsoft.com/office/drawing/2014/main" id="{057B2D8C-62F7-5A8A-92CC-A7405C59D4AB}"/>
              </a:ext>
            </a:extLst>
          </p:cNvPr>
          <p:cNvSpPr>
            <a:spLocks noGrp="1"/>
          </p:cNvSpPr>
          <p:nvPr>
            <p:ph type="body" sz="quarter" idx="12" hasCustomPrompt="1"/>
          </p:nvPr>
        </p:nvSpPr>
        <p:spPr>
          <a:xfrm>
            <a:off x="2195044" y="152906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7"/>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7"/>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7"/>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dirty="0"/>
              <a:t>Click to edit  text </a:t>
            </a:r>
          </a:p>
        </p:txBody>
      </p:sp>
      <p:sp>
        <p:nvSpPr>
          <p:cNvPr id="25" name="Text Placeholder 29">
            <a:extLst>
              <a:ext uri="{FF2B5EF4-FFF2-40B4-BE49-F238E27FC236}">
                <a16:creationId xmlns:a16="http://schemas.microsoft.com/office/drawing/2014/main" id="{D8C0B993-9DED-9630-67DF-8F48A3093D4B}"/>
              </a:ext>
            </a:extLst>
          </p:cNvPr>
          <p:cNvSpPr>
            <a:spLocks noGrp="1"/>
          </p:cNvSpPr>
          <p:nvPr>
            <p:ph type="body" sz="quarter" idx="13" hasCustomPrompt="1"/>
          </p:nvPr>
        </p:nvSpPr>
        <p:spPr>
          <a:xfrm>
            <a:off x="2195044" y="3268980"/>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7"/>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7"/>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7"/>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06CB1E66-CA9D-7976-8B76-220E43E15026}"/>
              </a:ext>
            </a:extLst>
          </p:cNvPr>
          <p:cNvSpPr>
            <a:spLocks noGrp="1"/>
          </p:cNvSpPr>
          <p:nvPr>
            <p:ph type="body" sz="quarter" idx="14" hasCustomPrompt="1"/>
          </p:nvPr>
        </p:nvSpPr>
        <p:spPr>
          <a:xfrm>
            <a:off x="2195044" y="5018901"/>
            <a:ext cx="2727476" cy="975360"/>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400" b="0" i="0" spc="0">
                <a:solidFill>
                  <a:schemeClr val="bg1"/>
                </a:solidFill>
                <a:latin typeface="Funnel Sans" pitchFamily="2" charset="0"/>
              </a:defRPr>
            </a:lvl1pPr>
            <a:lvl2pPr marL="216000" indent="-216000">
              <a:lnSpc>
                <a:spcPct val="100000"/>
              </a:lnSpc>
              <a:spcBef>
                <a:spcPts val="0"/>
              </a:spcBef>
              <a:spcAft>
                <a:spcPts val="600"/>
              </a:spcAft>
              <a:buFontTx/>
              <a:buBlip>
                <a:blip r:embed="rId7"/>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7"/>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7"/>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2903C06C-12D7-2881-E21D-78E85C970D26}"/>
              </a:ext>
            </a:extLst>
          </p:cNvPr>
          <p:cNvSpPr>
            <a:spLocks noGrp="1"/>
          </p:cNvSpPr>
          <p:nvPr>
            <p:ph type="body" sz="quarter" idx="25" hasCustomPrompt="1"/>
          </p:nvPr>
        </p:nvSpPr>
        <p:spPr>
          <a:xfrm>
            <a:off x="5538611" y="1356361"/>
            <a:ext cx="6095414" cy="4936890"/>
          </a:xfrm>
        </p:spPr>
        <p:txBody>
          <a:bodyPr lIns="0" tIns="0" rIns="0" bIns="0" anchor="t" anchorCtr="0">
            <a:norm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7"/>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7"/>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7"/>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dirty="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One defining characteristic of Gen AI is their seamless integration with technology. For them, interacting with AI is as natural as breathing. They effortlessly navigate between physical and virtual worlds, leveraging AI-powered tools to enhance productivity, creativity, and connectivity. Their fluency in technology enables them to harness the full potential of AI, leveraging its capabilities to solve complex problems and drive innovation across diverse domains.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00" cap="none" spc="0" normalizeH="0" baseline="0" noProof="0" dirty="0">
                <a:ln>
                  <a:noFill/>
                </a:ln>
                <a:solidFill>
                  <a:schemeClr val="bg1"/>
                </a:solidFill>
                <a:effectLst/>
                <a:uLnTx/>
                <a:uFillTx/>
                <a:latin typeface="Funnel Sans" pitchFamily="2" charset="0"/>
                <a:ea typeface="Calibri" panose="020F0502020204030204" pitchFamily="34" charset="0"/>
                <a:cs typeface="Times New Roman" panose="02020603050405020304" pitchFamily="18" charset="0"/>
              </a:rPr>
              <a:t>However, Gen AI also faces unique challenges and ethical considerations. As they embrace AI-driven technologies, they must grapple with issues of privacy, security, and algorithmic bias. They are keenly aware of the trade-offs between convenience and control, demanding greater transparency and accountability from AI systems. Moreover, they are at the forefront of discussions surrounding the ethical implications of AI, advocating for fairness, inclusivity, and social responsibility in its development and deployment.</a:t>
            </a:r>
          </a:p>
        </p:txBody>
      </p:sp>
    </p:spTree>
    <p:extLst>
      <p:ext uri="{BB962C8B-B14F-4D97-AF65-F5344CB8AC3E}">
        <p14:creationId xmlns:p14="http://schemas.microsoft.com/office/powerpoint/2010/main" val="1846024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Content with Subtitle 2">
    <p:bg>
      <p:bgPr>
        <a:solidFill>
          <a:schemeClr val="tx1"/>
        </a:solidFill>
        <a:effectLst/>
      </p:bgPr>
    </p:bg>
    <p:spTree>
      <p:nvGrpSpPr>
        <p:cNvPr id="1" name=""/>
        <p:cNvGrpSpPr/>
        <p:nvPr/>
      </p:nvGrpSpPr>
      <p:grpSpPr>
        <a:xfrm>
          <a:off x="0" y="0"/>
          <a:ext cx="0" cy="0"/>
          <a:chOff x="0" y="0"/>
          <a:chExt cx="0" cy="0"/>
        </a:xfrm>
      </p:grpSpPr>
      <p:cxnSp>
        <p:nvCxnSpPr>
          <p:cNvPr id="4" name="Google Shape;228;p11">
            <a:extLst>
              <a:ext uri="{FF2B5EF4-FFF2-40B4-BE49-F238E27FC236}">
                <a16:creationId xmlns:a16="http://schemas.microsoft.com/office/drawing/2014/main" id="{EF0346D1-3BDE-9799-56E0-C2451190C7AA}"/>
              </a:ext>
            </a:extLst>
          </p:cNvPr>
          <p:cNvCxnSpPr/>
          <p:nvPr userDrawn="1"/>
        </p:nvCxnSpPr>
        <p:spPr>
          <a:xfrm>
            <a:off x="2375210" y="1247345"/>
            <a:ext cx="0" cy="4968143"/>
          </a:xfrm>
          <a:prstGeom prst="straightConnector1">
            <a:avLst/>
          </a:prstGeom>
          <a:noFill/>
          <a:ln w="12700" cap="flat" cmpd="sng">
            <a:solidFill>
              <a:schemeClr val="lt1"/>
            </a:solidFill>
            <a:prstDash val="solid"/>
            <a:miter lim="800000"/>
            <a:headEnd type="none" w="sm" len="sm"/>
            <a:tailEnd type="none" w="sm" len="sm"/>
          </a:ln>
        </p:spPr>
      </p:cxnSp>
      <p:pic>
        <p:nvPicPr>
          <p:cNvPr id="7" name="Graphic 6">
            <a:extLst>
              <a:ext uri="{FF2B5EF4-FFF2-40B4-BE49-F238E27FC236}">
                <a16:creationId xmlns:a16="http://schemas.microsoft.com/office/drawing/2014/main" id="{76D3A2C9-466A-0FEC-D743-3EAC16DD8788}"/>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1301162" y="2753590"/>
            <a:ext cx="890753" cy="979825"/>
          </a:xfrm>
          <a:prstGeom prst="rect">
            <a:avLst/>
          </a:prstGeom>
        </p:spPr>
      </p:pic>
      <p:pic>
        <p:nvPicPr>
          <p:cNvPr id="8" name="Graphic 7">
            <a:extLst>
              <a:ext uri="{FF2B5EF4-FFF2-40B4-BE49-F238E27FC236}">
                <a16:creationId xmlns:a16="http://schemas.microsoft.com/office/drawing/2014/main" id="{7E47DAF2-8DDC-06BF-8FB7-0928061FB87F}"/>
              </a:ext>
            </a:extLst>
          </p:cNvPr>
          <p:cNvPicPr>
            <a:picLocks noChangeAspect="1"/>
          </p:cNvPicPr>
          <p:nvPr userDrawn="1"/>
        </p:nvPicPr>
        <p:blipFill>
          <a:blip r:embed="rId2">
            <a:extLst>
              <a:ext uri="{96DAC541-7B7A-43D3-8B79-37D633B846F1}">
                <asvg:svgBlip xmlns:asvg="http://schemas.microsoft.com/office/drawing/2016/SVG/main" r:embed="rId3"/>
              </a:ext>
            </a:extLst>
          </a:blip>
          <a:srcRect l="39395" t="26219" r="10339" b="23780"/>
          <a:stretch/>
        </p:blipFill>
        <p:spPr>
          <a:xfrm>
            <a:off x="1287715" y="3717949"/>
            <a:ext cx="911535" cy="473075"/>
          </a:xfrm>
          <a:prstGeom prst="rect">
            <a:avLst/>
          </a:prstGeom>
        </p:spPr>
      </p:pic>
      <p:sp>
        <p:nvSpPr>
          <p:cNvPr id="14" name="Picture Placeholder 13">
            <a:extLst>
              <a:ext uri="{FF2B5EF4-FFF2-40B4-BE49-F238E27FC236}">
                <a16:creationId xmlns:a16="http://schemas.microsoft.com/office/drawing/2014/main" id="{047C1042-56A8-A826-B72C-DFD0FD9648FF}"/>
              </a:ext>
            </a:extLst>
          </p:cNvPr>
          <p:cNvSpPr>
            <a:spLocks noGrp="1"/>
          </p:cNvSpPr>
          <p:nvPr>
            <p:ph type="pic" sz="quarter" idx="14"/>
          </p:nvPr>
        </p:nvSpPr>
        <p:spPr>
          <a:xfrm>
            <a:off x="2703513" y="1382246"/>
            <a:ext cx="523779" cy="523780"/>
          </a:xfrm>
        </p:spPr>
        <p:txBody>
          <a:bodyPr>
            <a:normAutofit/>
          </a:bodyPr>
          <a:lstStyle>
            <a:lvl1pPr>
              <a:defRPr sz="1000"/>
            </a:lvl1pPr>
          </a:lstStyle>
          <a:p>
            <a:endParaRPr lang="en-GB"/>
          </a:p>
        </p:txBody>
      </p:sp>
      <p:sp>
        <p:nvSpPr>
          <p:cNvPr id="15" name="Picture Placeholder 13">
            <a:extLst>
              <a:ext uri="{FF2B5EF4-FFF2-40B4-BE49-F238E27FC236}">
                <a16:creationId xmlns:a16="http://schemas.microsoft.com/office/drawing/2014/main" id="{4CF4C1B9-4FE3-D5D7-C92E-CD4BD21EB1DA}"/>
              </a:ext>
            </a:extLst>
          </p:cNvPr>
          <p:cNvSpPr>
            <a:spLocks noGrp="1"/>
          </p:cNvSpPr>
          <p:nvPr>
            <p:ph type="pic" sz="quarter" idx="15"/>
          </p:nvPr>
        </p:nvSpPr>
        <p:spPr>
          <a:xfrm>
            <a:off x="2703513" y="2207208"/>
            <a:ext cx="523779" cy="523780"/>
          </a:xfrm>
        </p:spPr>
        <p:txBody>
          <a:bodyPr>
            <a:normAutofit/>
          </a:bodyPr>
          <a:lstStyle>
            <a:lvl1pPr>
              <a:defRPr sz="1000"/>
            </a:lvl1pPr>
          </a:lstStyle>
          <a:p>
            <a:endParaRPr lang="en-GB"/>
          </a:p>
        </p:txBody>
      </p:sp>
      <p:sp>
        <p:nvSpPr>
          <p:cNvPr id="16" name="Picture Placeholder 13">
            <a:extLst>
              <a:ext uri="{FF2B5EF4-FFF2-40B4-BE49-F238E27FC236}">
                <a16:creationId xmlns:a16="http://schemas.microsoft.com/office/drawing/2014/main" id="{08B973C0-93BB-BECD-08C8-19E8789F85E3}"/>
              </a:ext>
            </a:extLst>
          </p:cNvPr>
          <p:cNvSpPr>
            <a:spLocks noGrp="1"/>
          </p:cNvSpPr>
          <p:nvPr>
            <p:ph type="pic" sz="quarter" idx="16"/>
          </p:nvPr>
        </p:nvSpPr>
        <p:spPr>
          <a:xfrm>
            <a:off x="2703513" y="3032170"/>
            <a:ext cx="523779" cy="523780"/>
          </a:xfrm>
        </p:spPr>
        <p:txBody>
          <a:bodyPr>
            <a:normAutofit/>
          </a:bodyPr>
          <a:lstStyle>
            <a:lvl1pPr>
              <a:defRPr sz="1000"/>
            </a:lvl1pPr>
          </a:lstStyle>
          <a:p>
            <a:endParaRPr lang="en-GB"/>
          </a:p>
        </p:txBody>
      </p:sp>
      <p:sp>
        <p:nvSpPr>
          <p:cNvPr id="17" name="Picture Placeholder 13">
            <a:extLst>
              <a:ext uri="{FF2B5EF4-FFF2-40B4-BE49-F238E27FC236}">
                <a16:creationId xmlns:a16="http://schemas.microsoft.com/office/drawing/2014/main" id="{3DFF13AD-E03F-F7A0-6EBF-1D4A1A9DBCA1}"/>
              </a:ext>
            </a:extLst>
          </p:cNvPr>
          <p:cNvSpPr>
            <a:spLocks noGrp="1"/>
          </p:cNvSpPr>
          <p:nvPr>
            <p:ph type="pic" sz="quarter" idx="17"/>
          </p:nvPr>
        </p:nvSpPr>
        <p:spPr>
          <a:xfrm>
            <a:off x="2703513" y="3857132"/>
            <a:ext cx="523779" cy="523780"/>
          </a:xfrm>
        </p:spPr>
        <p:txBody>
          <a:bodyPr>
            <a:normAutofit/>
          </a:bodyPr>
          <a:lstStyle>
            <a:lvl1pPr>
              <a:defRPr sz="1000"/>
            </a:lvl1pPr>
          </a:lstStyle>
          <a:p>
            <a:endParaRPr lang="en-GB"/>
          </a:p>
        </p:txBody>
      </p:sp>
      <p:sp>
        <p:nvSpPr>
          <p:cNvPr id="18" name="Picture Placeholder 13">
            <a:extLst>
              <a:ext uri="{FF2B5EF4-FFF2-40B4-BE49-F238E27FC236}">
                <a16:creationId xmlns:a16="http://schemas.microsoft.com/office/drawing/2014/main" id="{6AB04580-4916-00AA-A8F7-FCFF0D44F367}"/>
              </a:ext>
            </a:extLst>
          </p:cNvPr>
          <p:cNvSpPr>
            <a:spLocks noGrp="1"/>
          </p:cNvSpPr>
          <p:nvPr>
            <p:ph type="pic" sz="quarter" idx="18"/>
          </p:nvPr>
        </p:nvSpPr>
        <p:spPr>
          <a:xfrm>
            <a:off x="2703513" y="4682094"/>
            <a:ext cx="523779" cy="523780"/>
          </a:xfrm>
        </p:spPr>
        <p:txBody>
          <a:bodyPr>
            <a:normAutofit/>
          </a:bodyPr>
          <a:lstStyle>
            <a:lvl1pPr>
              <a:defRPr sz="1000"/>
            </a:lvl1pPr>
          </a:lstStyle>
          <a:p>
            <a:endParaRPr lang="en-GB"/>
          </a:p>
        </p:txBody>
      </p:sp>
      <p:sp>
        <p:nvSpPr>
          <p:cNvPr id="19" name="Picture Placeholder 13">
            <a:extLst>
              <a:ext uri="{FF2B5EF4-FFF2-40B4-BE49-F238E27FC236}">
                <a16:creationId xmlns:a16="http://schemas.microsoft.com/office/drawing/2014/main" id="{D801AEC6-DF83-F481-951B-A94269130B43}"/>
              </a:ext>
            </a:extLst>
          </p:cNvPr>
          <p:cNvSpPr>
            <a:spLocks noGrp="1"/>
          </p:cNvSpPr>
          <p:nvPr>
            <p:ph type="pic" sz="quarter" idx="19"/>
          </p:nvPr>
        </p:nvSpPr>
        <p:spPr>
          <a:xfrm>
            <a:off x="2703513" y="5507056"/>
            <a:ext cx="523779" cy="523780"/>
          </a:xfrm>
        </p:spPr>
        <p:txBody>
          <a:bodyPr>
            <a:normAutofit/>
          </a:bodyPr>
          <a:lstStyle>
            <a:lvl1pPr>
              <a:defRPr sz="1000"/>
            </a:lvl1pPr>
          </a:lstStyle>
          <a:p>
            <a:endParaRPr lang="en-GB"/>
          </a:p>
        </p:txBody>
      </p:sp>
      <p:sp>
        <p:nvSpPr>
          <p:cNvPr id="20" name="Text Placeholder 29">
            <a:extLst>
              <a:ext uri="{FF2B5EF4-FFF2-40B4-BE49-F238E27FC236}">
                <a16:creationId xmlns:a16="http://schemas.microsoft.com/office/drawing/2014/main" id="{72973DFC-6171-0DFD-71C6-59997FA09975}"/>
              </a:ext>
            </a:extLst>
          </p:cNvPr>
          <p:cNvSpPr>
            <a:spLocks noGrp="1"/>
          </p:cNvSpPr>
          <p:nvPr>
            <p:ph type="body" sz="quarter" idx="12" hasCustomPrompt="1"/>
          </p:nvPr>
        </p:nvSpPr>
        <p:spPr>
          <a:xfrm>
            <a:off x="3509704" y="138224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1" name="Text Placeholder 29">
            <a:extLst>
              <a:ext uri="{FF2B5EF4-FFF2-40B4-BE49-F238E27FC236}">
                <a16:creationId xmlns:a16="http://schemas.microsoft.com/office/drawing/2014/main" id="{8F80F2FC-0C6A-45BA-E74B-9131EF9549B2}"/>
              </a:ext>
            </a:extLst>
          </p:cNvPr>
          <p:cNvSpPr>
            <a:spLocks noGrp="1"/>
          </p:cNvSpPr>
          <p:nvPr>
            <p:ph type="body" sz="quarter" idx="20" hasCustomPrompt="1"/>
          </p:nvPr>
        </p:nvSpPr>
        <p:spPr>
          <a:xfrm>
            <a:off x="3509704" y="2207209"/>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2" name="Text Placeholder 29">
            <a:extLst>
              <a:ext uri="{FF2B5EF4-FFF2-40B4-BE49-F238E27FC236}">
                <a16:creationId xmlns:a16="http://schemas.microsoft.com/office/drawing/2014/main" id="{9562AF29-3BC4-019C-8595-D09498EA2E9E}"/>
              </a:ext>
            </a:extLst>
          </p:cNvPr>
          <p:cNvSpPr>
            <a:spLocks noGrp="1"/>
          </p:cNvSpPr>
          <p:nvPr>
            <p:ph type="body" sz="quarter" idx="21" hasCustomPrompt="1"/>
          </p:nvPr>
        </p:nvSpPr>
        <p:spPr>
          <a:xfrm>
            <a:off x="3509704" y="3032170"/>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3" name="Text Placeholder 29">
            <a:extLst>
              <a:ext uri="{FF2B5EF4-FFF2-40B4-BE49-F238E27FC236}">
                <a16:creationId xmlns:a16="http://schemas.microsoft.com/office/drawing/2014/main" id="{7D5A6C05-246F-9B93-F926-B6AC356C30D9}"/>
              </a:ext>
            </a:extLst>
          </p:cNvPr>
          <p:cNvSpPr>
            <a:spLocks noGrp="1"/>
          </p:cNvSpPr>
          <p:nvPr>
            <p:ph type="body" sz="quarter" idx="22" hasCustomPrompt="1"/>
          </p:nvPr>
        </p:nvSpPr>
        <p:spPr>
          <a:xfrm>
            <a:off x="3509704" y="3857132"/>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4" name="Text Placeholder 29">
            <a:extLst>
              <a:ext uri="{FF2B5EF4-FFF2-40B4-BE49-F238E27FC236}">
                <a16:creationId xmlns:a16="http://schemas.microsoft.com/office/drawing/2014/main" id="{F2EE1EA3-B638-FE3D-0F2F-37FCB7A71F89}"/>
              </a:ext>
            </a:extLst>
          </p:cNvPr>
          <p:cNvSpPr>
            <a:spLocks noGrp="1"/>
          </p:cNvSpPr>
          <p:nvPr>
            <p:ph type="body" sz="quarter" idx="23" hasCustomPrompt="1"/>
          </p:nvPr>
        </p:nvSpPr>
        <p:spPr>
          <a:xfrm>
            <a:off x="3509704" y="4679265"/>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5" name="Text Placeholder 29">
            <a:extLst>
              <a:ext uri="{FF2B5EF4-FFF2-40B4-BE49-F238E27FC236}">
                <a16:creationId xmlns:a16="http://schemas.microsoft.com/office/drawing/2014/main" id="{77ECA0FA-2314-7192-185F-89F35B19314B}"/>
              </a:ext>
            </a:extLst>
          </p:cNvPr>
          <p:cNvSpPr>
            <a:spLocks noGrp="1"/>
          </p:cNvSpPr>
          <p:nvPr>
            <p:ph type="body" sz="quarter" idx="24" hasCustomPrompt="1"/>
          </p:nvPr>
        </p:nvSpPr>
        <p:spPr>
          <a:xfrm>
            <a:off x="3509704" y="5507056"/>
            <a:ext cx="2958331"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20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6" name="Text Placeholder 29">
            <a:extLst>
              <a:ext uri="{FF2B5EF4-FFF2-40B4-BE49-F238E27FC236}">
                <a16:creationId xmlns:a16="http://schemas.microsoft.com/office/drawing/2014/main" id="{42A54817-44EB-40C2-D8C3-A943F1D9322E}"/>
              </a:ext>
            </a:extLst>
          </p:cNvPr>
          <p:cNvSpPr>
            <a:spLocks noGrp="1"/>
          </p:cNvSpPr>
          <p:nvPr>
            <p:ph type="body" sz="quarter" idx="25" hasCustomPrompt="1"/>
          </p:nvPr>
        </p:nvSpPr>
        <p:spPr>
          <a:xfrm>
            <a:off x="6750447" y="138224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7" name="Text Placeholder 29">
            <a:extLst>
              <a:ext uri="{FF2B5EF4-FFF2-40B4-BE49-F238E27FC236}">
                <a16:creationId xmlns:a16="http://schemas.microsoft.com/office/drawing/2014/main" id="{5682C179-2910-7A45-2D26-2B7599A94280}"/>
              </a:ext>
            </a:extLst>
          </p:cNvPr>
          <p:cNvSpPr>
            <a:spLocks noGrp="1"/>
          </p:cNvSpPr>
          <p:nvPr>
            <p:ph type="body" sz="quarter" idx="26" hasCustomPrompt="1"/>
          </p:nvPr>
        </p:nvSpPr>
        <p:spPr>
          <a:xfrm>
            <a:off x="6750447" y="2207209"/>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8" name="Text Placeholder 29">
            <a:extLst>
              <a:ext uri="{FF2B5EF4-FFF2-40B4-BE49-F238E27FC236}">
                <a16:creationId xmlns:a16="http://schemas.microsoft.com/office/drawing/2014/main" id="{632DB566-FC10-871C-4F8C-C8D44C3DC2ED}"/>
              </a:ext>
            </a:extLst>
          </p:cNvPr>
          <p:cNvSpPr>
            <a:spLocks noGrp="1"/>
          </p:cNvSpPr>
          <p:nvPr>
            <p:ph type="body" sz="quarter" idx="27" hasCustomPrompt="1"/>
          </p:nvPr>
        </p:nvSpPr>
        <p:spPr>
          <a:xfrm>
            <a:off x="6750447" y="3032170"/>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29" name="Text Placeholder 29">
            <a:extLst>
              <a:ext uri="{FF2B5EF4-FFF2-40B4-BE49-F238E27FC236}">
                <a16:creationId xmlns:a16="http://schemas.microsoft.com/office/drawing/2014/main" id="{49E58398-EE12-9DC4-49AC-7DB4AE9AA08D}"/>
              </a:ext>
            </a:extLst>
          </p:cNvPr>
          <p:cNvSpPr>
            <a:spLocks noGrp="1"/>
          </p:cNvSpPr>
          <p:nvPr>
            <p:ph type="body" sz="quarter" idx="28" hasCustomPrompt="1"/>
          </p:nvPr>
        </p:nvSpPr>
        <p:spPr>
          <a:xfrm>
            <a:off x="6750447" y="3857132"/>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0" name="Text Placeholder 29">
            <a:extLst>
              <a:ext uri="{FF2B5EF4-FFF2-40B4-BE49-F238E27FC236}">
                <a16:creationId xmlns:a16="http://schemas.microsoft.com/office/drawing/2014/main" id="{DED2C998-0161-2571-7BF6-C229081287B8}"/>
              </a:ext>
            </a:extLst>
          </p:cNvPr>
          <p:cNvSpPr>
            <a:spLocks noGrp="1"/>
          </p:cNvSpPr>
          <p:nvPr>
            <p:ph type="body" sz="quarter" idx="29" hasCustomPrompt="1"/>
          </p:nvPr>
        </p:nvSpPr>
        <p:spPr>
          <a:xfrm>
            <a:off x="6750447" y="4679265"/>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sp>
        <p:nvSpPr>
          <p:cNvPr id="31" name="Text Placeholder 29">
            <a:extLst>
              <a:ext uri="{FF2B5EF4-FFF2-40B4-BE49-F238E27FC236}">
                <a16:creationId xmlns:a16="http://schemas.microsoft.com/office/drawing/2014/main" id="{1ABBBC37-F0F7-7D16-C91B-1C33DF6ED05F}"/>
              </a:ext>
            </a:extLst>
          </p:cNvPr>
          <p:cNvSpPr>
            <a:spLocks noGrp="1"/>
          </p:cNvSpPr>
          <p:nvPr>
            <p:ph type="body" sz="quarter" idx="30" hasCustomPrompt="1"/>
          </p:nvPr>
        </p:nvSpPr>
        <p:spPr>
          <a:xfrm>
            <a:off x="6750447" y="5507056"/>
            <a:ext cx="4477847" cy="523779"/>
          </a:xfrm>
        </p:spPr>
        <p:txBody>
          <a:bodyPr lIns="0" tIns="0" rIns="0" bIns="0" anchor="ctr">
            <a:normAutofit/>
          </a:bodyPr>
          <a:lstStyle>
            <a:lvl1pPr marL="0" indent="0">
              <a:lnSpc>
                <a:spcPct val="100000"/>
              </a:lnSpc>
              <a:spcBef>
                <a:spcPts val="0"/>
              </a:spcBef>
              <a:spcAft>
                <a:spcPts val="600"/>
              </a:spcAft>
              <a:buFont typeface="Arial" panose="020B0604020202020204" pitchFamily="34" charset="0"/>
              <a:buNone/>
              <a:defRPr sz="12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text </a:t>
            </a:r>
          </a:p>
        </p:txBody>
      </p:sp>
      <p:pic>
        <p:nvPicPr>
          <p:cNvPr id="9" name="Graphic 8">
            <a:extLst>
              <a:ext uri="{FF2B5EF4-FFF2-40B4-BE49-F238E27FC236}">
                <a16:creationId xmlns:a16="http://schemas.microsoft.com/office/drawing/2014/main" id="{1BDF681B-0D53-63D4-8D65-AA99732F5A12}"/>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3" name="Google Shape;18;p26">
            <a:extLst>
              <a:ext uri="{FF2B5EF4-FFF2-40B4-BE49-F238E27FC236}">
                <a16:creationId xmlns:a16="http://schemas.microsoft.com/office/drawing/2014/main" id="{DAE68BB0-3099-7DDC-C0F1-DA5D3EA433E0}"/>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8CAA304D-771A-EF02-F95F-69D4045E2FE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3022711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Content with Subtitle 2">
    <p:bg>
      <p:bgPr>
        <a:solidFill>
          <a:schemeClr val="tx1"/>
        </a:solidFill>
        <a:effectLst/>
      </p:bgPr>
    </p:bg>
    <p:spTree>
      <p:nvGrpSpPr>
        <p:cNvPr id="1" name=""/>
        <p:cNvGrpSpPr/>
        <p:nvPr/>
      </p:nvGrpSpPr>
      <p:grpSpPr>
        <a:xfrm>
          <a:off x="0" y="0"/>
          <a:ext cx="0" cy="0"/>
          <a:chOff x="0" y="0"/>
          <a:chExt cx="0" cy="0"/>
        </a:xfrm>
      </p:grpSpPr>
      <p:sp>
        <p:nvSpPr>
          <p:cNvPr id="14" name="Text Placeholder 29">
            <a:extLst>
              <a:ext uri="{FF2B5EF4-FFF2-40B4-BE49-F238E27FC236}">
                <a16:creationId xmlns:a16="http://schemas.microsoft.com/office/drawing/2014/main" id="{0DEDA68D-6CAE-D022-A365-83EC3BD24C0E}"/>
              </a:ext>
            </a:extLst>
          </p:cNvPr>
          <p:cNvSpPr>
            <a:spLocks noGrp="1"/>
          </p:cNvSpPr>
          <p:nvPr>
            <p:ph type="body" sz="quarter" idx="25"/>
          </p:nvPr>
        </p:nvSpPr>
        <p:spPr>
          <a:xfrm>
            <a:off x="3698748"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5" name="Text Placeholder 29">
            <a:extLst>
              <a:ext uri="{FF2B5EF4-FFF2-40B4-BE49-F238E27FC236}">
                <a16:creationId xmlns:a16="http://schemas.microsoft.com/office/drawing/2014/main" id="{B2618AE6-FDBE-1354-D93B-8602477F4E75}"/>
              </a:ext>
            </a:extLst>
          </p:cNvPr>
          <p:cNvSpPr>
            <a:spLocks noGrp="1"/>
          </p:cNvSpPr>
          <p:nvPr>
            <p:ph type="body" sz="quarter" idx="26"/>
          </p:nvPr>
        </p:nvSpPr>
        <p:spPr>
          <a:xfrm>
            <a:off x="6397880"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22" name="Text Placeholder 29">
            <a:extLst>
              <a:ext uri="{FF2B5EF4-FFF2-40B4-BE49-F238E27FC236}">
                <a16:creationId xmlns:a16="http://schemas.microsoft.com/office/drawing/2014/main" id="{1B78320B-EF80-0262-B50A-37AED8749BD4}"/>
              </a:ext>
            </a:extLst>
          </p:cNvPr>
          <p:cNvSpPr>
            <a:spLocks noGrp="1"/>
          </p:cNvSpPr>
          <p:nvPr>
            <p:ph type="body" sz="quarter" idx="27"/>
          </p:nvPr>
        </p:nvSpPr>
        <p:spPr>
          <a:xfrm>
            <a:off x="9097013"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999616"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6" name="Text Placeholder 29">
            <a:extLst>
              <a:ext uri="{FF2B5EF4-FFF2-40B4-BE49-F238E27FC236}">
                <a16:creationId xmlns:a16="http://schemas.microsoft.com/office/drawing/2014/main" id="{3DB8AE90-7EB1-5723-0F92-48827ECF6F3E}"/>
              </a:ext>
            </a:extLst>
          </p:cNvPr>
          <p:cNvSpPr>
            <a:spLocks noGrp="1"/>
          </p:cNvSpPr>
          <p:nvPr>
            <p:ph type="body" sz="quarter" idx="17"/>
          </p:nvPr>
        </p:nvSpPr>
        <p:spPr>
          <a:xfrm>
            <a:off x="999616" y="2483871"/>
            <a:ext cx="2537011" cy="1058772"/>
          </a:xfrm>
          <a:prstGeom prst="roundRect">
            <a:avLst>
              <a:gd name="adj" fmla="val 18596"/>
            </a:avLst>
          </a:prstGeom>
          <a:ln w="12700">
            <a:solidFill>
              <a:schemeClr val="bg1"/>
            </a:solidFill>
          </a:ln>
        </p:spPr>
        <p:txBody>
          <a:bodyPr vert="horz" lIns="0" tIns="0" rIns="0" bIns="0" rtlCol="0" anchor="ctr">
            <a:normAutofit/>
          </a:bodyPr>
          <a:lstStyle>
            <a:lvl1pPr algn="ctr">
              <a:defRPr lang="en-GB" sz="1800" b="0" i="0" spc="0" dirty="0">
                <a:solidFill>
                  <a:schemeClr val="bg1"/>
                </a:solidFill>
              </a:defRPr>
            </a:lvl1pPr>
          </a:lstStyle>
          <a:p>
            <a:pPr lvl="0" algn="ctr">
              <a:lnSpc>
                <a:spcPct val="100000"/>
              </a:lnSpc>
              <a:spcBef>
                <a:spcPts val="0"/>
              </a:spcBef>
              <a:spcAft>
                <a:spcPts val="600"/>
              </a:spcAft>
            </a:pPr>
            <a:endParaRPr lang="en-GB"/>
          </a:p>
        </p:txBody>
      </p:sp>
      <p:sp>
        <p:nvSpPr>
          <p:cNvPr id="13" name="Text Placeholder 29">
            <a:extLst>
              <a:ext uri="{FF2B5EF4-FFF2-40B4-BE49-F238E27FC236}">
                <a16:creationId xmlns:a16="http://schemas.microsoft.com/office/drawing/2014/main" id="{D040A3A8-1C48-A156-8029-7C18C4272F9F}"/>
              </a:ext>
            </a:extLst>
          </p:cNvPr>
          <p:cNvSpPr>
            <a:spLocks noGrp="1"/>
          </p:cNvSpPr>
          <p:nvPr>
            <p:ph type="body" sz="quarter" idx="21"/>
          </p:nvPr>
        </p:nvSpPr>
        <p:spPr>
          <a:xfrm>
            <a:off x="3698748"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0" name="Text Placeholder 29">
            <a:extLst>
              <a:ext uri="{FF2B5EF4-FFF2-40B4-BE49-F238E27FC236}">
                <a16:creationId xmlns:a16="http://schemas.microsoft.com/office/drawing/2014/main" id="{0BB47F86-F305-9165-364E-B5101312E550}"/>
              </a:ext>
            </a:extLst>
          </p:cNvPr>
          <p:cNvSpPr>
            <a:spLocks noGrp="1"/>
          </p:cNvSpPr>
          <p:nvPr>
            <p:ph type="body" sz="quarter" idx="22"/>
          </p:nvPr>
        </p:nvSpPr>
        <p:spPr>
          <a:xfrm>
            <a:off x="6397881"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21" name="Text Placeholder 29">
            <a:extLst>
              <a:ext uri="{FF2B5EF4-FFF2-40B4-BE49-F238E27FC236}">
                <a16:creationId xmlns:a16="http://schemas.microsoft.com/office/drawing/2014/main" id="{42ADFDFF-05A9-4992-8DD0-3EC768B002EB}"/>
              </a:ext>
            </a:extLst>
          </p:cNvPr>
          <p:cNvSpPr>
            <a:spLocks noGrp="1"/>
          </p:cNvSpPr>
          <p:nvPr>
            <p:ph type="body" sz="quarter" idx="23"/>
          </p:nvPr>
        </p:nvSpPr>
        <p:spPr>
          <a:xfrm>
            <a:off x="9097013" y="3802373"/>
            <a:ext cx="2537011"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rgbClr val="D8D8D8"/>
                </a:solidFill>
                <a:latin typeface="Funnel Sans" pitchFamily="2" charset="0"/>
              </a:defRPr>
            </a:lvl1pPr>
            <a:lvl2pPr marL="216000" indent="-216000">
              <a:lnSpc>
                <a:spcPct val="100000"/>
              </a:lnSpc>
              <a:spcBef>
                <a:spcPts val="0"/>
              </a:spcBef>
              <a:spcAft>
                <a:spcPts val="600"/>
              </a:spcAft>
              <a:buFontTx/>
              <a:buBlip>
                <a:blip r:embed="rId2"/>
              </a:buBlip>
              <a:defRPr sz="1400" b="0" i="0">
                <a:solidFill>
                  <a:srgbClr val="D8D8D8"/>
                </a:solidFill>
                <a:latin typeface="Funnel Sans" pitchFamily="2" charset="0"/>
              </a:defRPr>
            </a:lvl2pPr>
            <a:lvl3pPr marL="576000" indent="-217560">
              <a:lnSpc>
                <a:spcPct val="100000"/>
              </a:lnSpc>
              <a:spcBef>
                <a:spcPts val="0"/>
              </a:spcBef>
              <a:spcAft>
                <a:spcPts val="600"/>
              </a:spcAft>
              <a:buFontTx/>
              <a:buBlip>
                <a:blip r:embed="rId2"/>
              </a:buBlip>
              <a:defRPr sz="1200" b="0" i="0">
                <a:solidFill>
                  <a:srgbClr val="D8D8D8"/>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4" name="Graphic 3">
            <a:extLst>
              <a:ext uri="{FF2B5EF4-FFF2-40B4-BE49-F238E27FC236}">
                <a16:creationId xmlns:a16="http://schemas.microsoft.com/office/drawing/2014/main" id="{46047695-D2A7-8CC8-6237-AB6999393F4C}"/>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0" name="Google Shape;18;p26">
            <a:extLst>
              <a:ext uri="{FF2B5EF4-FFF2-40B4-BE49-F238E27FC236}">
                <a16:creationId xmlns:a16="http://schemas.microsoft.com/office/drawing/2014/main" id="{40BA8D3D-17C0-D789-C333-63552D006772}"/>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3" name="Google Shape;22;p26">
            <a:extLst>
              <a:ext uri="{FF2B5EF4-FFF2-40B4-BE49-F238E27FC236}">
                <a16:creationId xmlns:a16="http://schemas.microsoft.com/office/drawing/2014/main" id="{76027FBC-A175-7DE8-4A2B-184B4960BC7A}"/>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14781243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13" name="Text Placeholder 29">
            <a:extLst>
              <a:ext uri="{FF2B5EF4-FFF2-40B4-BE49-F238E27FC236}">
                <a16:creationId xmlns:a16="http://schemas.microsoft.com/office/drawing/2014/main" id="{A20BA513-AB44-FBCE-331C-59FEF272E254}"/>
              </a:ext>
            </a:extLst>
          </p:cNvPr>
          <p:cNvSpPr>
            <a:spLocks noGrp="1"/>
          </p:cNvSpPr>
          <p:nvPr>
            <p:ph type="body" sz="quarter" idx="12"/>
          </p:nvPr>
        </p:nvSpPr>
        <p:spPr>
          <a:xfrm>
            <a:off x="993896"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A4D511F8-0DC1-91AC-E66E-7AFA42FDE4D1}"/>
              </a:ext>
            </a:extLst>
          </p:cNvPr>
          <p:cNvSpPr>
            <a:spLocks noGrp="1"/>
          </p:cNvSpPr>
          <p:nvPr>
            <p:ph type="body" sz="quarter" idx="24"/>
          </p:nvPr>
        </p:nvSpPr>
        <p:spPr>
          <a:xfrm>
            <a:off x="4651496"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6A8CF9EB-86D8-442F-E830-B539DD32C222}"/>
              </a:ext>
            </a:extLst>
          </p:cNvPr>
          <p:cNvSpPr>
            <a:spLocks noGrp="1"/>
          </p:cNvSpPr>
          <p:nvPr>
            <p:ph type="body" sz="quarter" idx="26"/>
          </p:nvPr>
        </p:nvSpPr>
        <p:spPr>
          <a:xfrm>
            <a:off x="8300367" y="3813391"/>
            <a:ext cx="3332818" cy="1643798"/>
          </a:xfr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4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100" b="0" i="0">
                <a:solidFill>
                  <a:srgbClr val="D8D8D8"/>
                </a:solidFill>
                <a:latin typeface="Funnel Sans" pitchFamily="2" charset="0"/>
              </a:defRPr>
            </a:lvl2pPr>
            <a:lvl3pPr marL="576000" indent="-217560">
              <a:lnSpc>
                <a:spcPct val="100000"/>
              </a:lnSpc>
              <a:spcBef>
                <a:spcPts val="0"/>
              </a:spcBef>
              <a:spcAft>
                <a:spcPts val="600"/>
              </a:spcAft>
              <a:buFontTx/>
              <a:buBlip>
                <a:blip r:embed="rId4"/>
              </a:buBlip>
              <a:defRPr sz="1050" b="0" i="0">
                <a:solidFill>
                  <a:srgbClr val="D8D8D8"/>
                </a:solidFill>
                <a:latin typeface="Funnel Sans" pitchFamily="2" charset="0"/>
              </a:defRPr>
            </a:lvl3pPr>
            <a:lvl4pPr marL="936000" indent="-216000">
              <a:lnSpc>
                <a:spcPct val="100000"/>
              </a:lnSpc>
              <a:spcBef>
                <a:spcPts val="0"/>
              </a:spcBef>
              <a:spcAft>
                <a:spcPts val="600"/>
              </a:spcAft>
              <a:buFontTx/>
              <a:buBlip>
                <a:blip r:embed="rId4"/>
              </a:buBlip>
              <a:defRPr sz="1000" b="0" i="0">
                <a:solidFill>
                  <a:srgbClr val="D8D8D8"/>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6" name="Text Placeholder 29">
            <a:extLst>
              <a:ext uri="{FF2B5EF4-FFF2-40B4-BE49-F238E27FC236}">
                <a16:creationId xmlns:a16="http://schemas.microsoft.com/office/drawing/2014/main" id="{7261AA00-40F1-D4FF-078F-0421A78005E0}"/>
              </a:ext>
            </a:extLst>
          </p:cNvPr>
          <p:cNvSpPr>
            <a:spLocks noGrp="1"/>
          </p:cNvSpPr>
          <p:nvPr>
            <p:ph type="body" sz="quarter" idx="17"/>
          </p:nvPr>
        </p:nvSpPr>
        <p:spPr>
          <a:xfrm>
            <a:off x="9938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7" name="Text Placeholder 29">
            <a:extLst>
              <a:ext uri="{FF2B5EF4-FFF2-40B4-BE49-F238E27FC236}">
                <a16:creationId xmlns:a16="http://schemas.microsoft.com/office/drawing/2014/main" id="{76F2DFD6-04C7-924C-9200-A415D6C0CAA9}"/>
              </a:ext>
            </a:extLst>
          </p:cNvPr>
          <p:cNvSpPr>
            <a:spLocks noGrp="1"/>
          </p:cNvSpPr>
          <p:nvPr>
            <p:ph type="body" sz="quarter" idx="28"/>
          </p:nvPr>
        </p:nvSpPr>
        <p:spPr>
          <a:xfrm>
            <a:off x="46514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5339B713-39D3-066D-F35C-4D0F63F3B8E3}"/>
              </a:ext>
            </a:extLst>
          </p:cNvPr>
          <p:cNvSpPr>
            <a:spLocks noGrp="1"/>
          </p:cNvSpPr>
          <p:nvPr>
            <p:ph type="body" sz="quarter" idx="29"/>
          </p:nvPr>
        </p:nvSpPr>
        <p:spPr>
          <a:xfrm>
            <a:off x="8309096" y="2494889"/>
            <a:ext cx="3332818" cy="1058772"/>
          </a:xfrm>
          <a:prstGeom prst="roundRect">
            <a:avLst>
              <a:gd name="adj" fmla="val 16502"/>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1800" b="0" i="0" spc="0">
                <a:solidFill>
                  <a:schemeClr val="bg1"/>
                </a:solidFill>
                <a:latin typeface="Funnel Sans" pitchFamily="2" charset="0"/>
              </a:defRPr>
            </a:lvl1pPr>
            <a:lvl2pPr marL="216000" indent="-216000">
              <a:lnSpc>
                <a:spcPct val="100000"/>
              </a:lnSpc>
              <a:spcBef>
                <a:spcPts val="0"/>
              </a:spcBef>
              <a:spcAft>
                <a:spcPts val="600"/>
              </a:spcAft>
              <a:buFontTx/>
              <a:buBlip>
                <a:blip r:embed="rId4"/>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4"/>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4"/>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0687375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Title Content with Subtitle 2">
    <p:bg>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6CC7ED2-4130-8BAA-9526-2D8799302F49}"/>
              </a:ext>
            </a:extLst>
          </p:cNvPr>
          <p:cNvPicPr>
            <a:picLocks noChangeAspect="1"/>
          </p:cNvPicPr>
          <p:nvPr userDrawn="1"/>
        </p:nvPicPr>
        <p:blipFill>
          <a:blip r:embed="rId2">
            <a:extLst>
              <a:ext uri="{96DAC541-7B7A-43D3-8B79-37D633B846F1}">
                <asvg:svgBlip xmlns:asvg="http://schemas.microsoft.com/office/drawing/2016/SVG/main" r:embed="rId3"/>
              </a:ext>
            </a:extLst>
          </a:blip>
          <a:srcRect l="8134" t="14156" r="57486" b="13360"/>
          <a:stretch/>
        </p:blipFill>
        <p:spPr>
          <a:xfrm>
            <a:off x="211950" y="238991"/>
            <a:ext cx="572667" cy="629932"/>
          </a:xfrm>
          <a:prstGeom prst="rect">
            <a:avLst/>
          </a:prstGeom>
        </p:spPr>
      </p:pic>
      <p:sp>
        <p:nvSpPr>
          <p:cNvPr id="12" name="Google Shape;18;p26">
            <a:extLst>
              <a:ext uri="{FF2B5EF4-FFF2-40B4-BE49-F238E27FC236}">
                <a16:creationId xmlns:a16="http://schemas.microsoft.com/office/drawing/2014/main" id="{6C79224C-660E-866A-4310-65AD7FA56EB7}"/>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00C2046C-7F7E-1658-FAEB-8157C4CA1087}"/>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8742889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Title Content with Subtitle 2">
    <p:bg>
      <p:bgPr>
        <a:solidFill>
          <a:schemeClr val="tx1"/>
        </a:solidFill>
        <a:effectLst/>
      </p:bgPr>
    </p:bg>
    <p:spTree>
      <p:nvGrpSpPr>
        <p:cNvPr id="1" name=""/>
        <p:cNvGrpSpPr/>
        <p:nvPr/>
      </p:nvGrpSpPr>
      <p:grpSpPr>
        <a:xfrm>
          <a:off x="0" y="0"/>
          <a:ext cx="0" cy="0"/>
          <a:chOff x="0" y="0"/>
          <a:chExt cx="0" cy="0"/>
        </a:xfrm>
      </p:grpSpPr>
      <p:sp>
        <p:nvSpPr>
          <p:cNvPr id="8" name="Text Placeholder 29">
            <a:extLst>
              <a:ext uri="{FF2B5EF4-FFF2-40B4-BE49-F238E27FC236}">
                <a16:creationId xmlns:a16="http://schemas.microsoft.com/office/drawing/2014/main" id="{BCE06CA3-FBDA-0DB1-EC08-8B166A08F26E}"/>
              </a:ext>
            </a:extLst>
          </p:cNvPr>
          <p:cNvSpPr>
            <a:spLocks noGrp="1"/>
          </p:cNvSpPr>
          <p:nvPr>
            <p:ph type="body" sz="quarter" idx="12"/>
          </p:nvPr>
        </p:nvSpPr>
        <p:spPr>
          <a:xfrm>
            <a:off x="102913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9" name="Text Placeholder 29">
            <a:extLst>
              <a:ext uri="{FF2B5EF4-FFF2-40B4-BE49-F238E27FC236}">
                <a16:creationId xmlns:a16="http://schemas.microsoft.com/office/drawing/2014/main" id="{7812742B-B5EA-A826-D00D-EA8A7E8F5C42}"/>
              </a:ext>
            </a:extLst>
          </p:cNvPr>
          <p:cNvSpPr>
            <a:spLocks noGrp="1"/>
          </p:cNvSpPr>
          <p:nvPr>
            <p:ph type="body" sz="quarter" idx="14"/>
          </p:nvPr>
        </p:nvSpPr>
        <p:spPr>
          <a:xfrm>
            <a:off x="3710990"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4" name="Text Placeholder 29">
            <a:extLst>
              <a:ext uri="{FF2B5EF4-FFF2-40B4-BE49-F238E27FC236}">
                <a16:creationId xmlns:a16="http://schemas.microsoft.com/office/drawing/2014/main" id="{D7AED383-9A52-6797-1AB6-80F75FB02648}"/>
              </a:ext>
            </a:extLst>
          </p:cNvPr>
          <p:cNvSpPr>
            <a:spLocks noGrp="1"/>
          </p:cNvSpPr>
          <p:nvPr>
            <p:ph type="body" sz="quarter" idx="15"/>
          </p:nvPr>
        </p:nvSpPr>
        <p:spPr>
          <a:xfrm>
            <a:off x="6421635"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5" name="Text Placeholder 29">
            <a:extLst>
              <a:ext uri="{FF2B5EF4-FFF2-40B4-BE49-F238E27FC236}">
                <a16:creationId xmlns:a16="http://schemas.microsoft.com/office/drawing/2014/main" id="{40FA7E6F-7BDE-96CA-B9AA-6D74EF94DFC3}"/>
              </a:ext>
            </a:extLst>
          </p:cNvPr>
          <p:cNvSpPr>
            <a:spLocks noGrp="1"/>
          </p:cNvSpPr>
          <p:nvPr>
            <p:ph type="body" sz="quarter" idx="16"/>
          </p:nvPr>
        </p:nvSpPr>
        <p:spPr>
          <a:xfrm>
            <a:off x="9099229" y="5220236"/>
            <a:ext cx="2393506" cy="886970"/>
          </a:xfrm>
        </p:spPr>
        <p:txBody>
          <a:bodyPr lIns="0" tIns="0" rIns="0" bIns="0">
            <a:normAutofit/>
          </a:bodyPr>
          <a:lstStyle>
            <a:lvl1pPr marL="0" indent="0">
              <a:lnSpc>
                <a:spcPct val="100000"/>
              </a:lnSpc>
              <a:spcBef>
                <a:spcPts val="0"/>
              </a:spcBef>
              <a:spcAft>
                <a:spcPts val="600"/>
              </a:spcAft>
              <a:buFont typeface="Arial" panose="020B0604020202020204" pitchFamily="34" charset="0"/>
              <a:buNone/>
              <a:defRPr sz="1600" b="0" i="0" spc="0">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1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05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0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7" name="Picture Placeholder 13">
            <a:extLst>
              <a:ext uri="{FF2B5EF4-FFF2-40B4-BE49-F238E27FC236}">
                <a16:creationId xmlns:a16="http://schemas.microsoft.com/office/drawing/2014/main" id="{ED611402-2286-84C4-61AA-A6BA4F8B82AC}"/>
              </a:ext>
            </a:extLst>
          </p:cNvPr>
          <p:cNvSpPr>
            <a:spLocks noGrp="1"/>
          </p:cNvSpPr>
          <p:nvPr>
            <p:ph type="pic" sz="quarter" idx="21"/>
          </p:nvPr>
        </p:nvSpPr>
        <p:spPr>
          <a:xfrm>
            <a:off x="993896" y="1288487"/>
            <a:ext cx="2555678" cy="3691137"/>
          </a:xfrm>
        </p:spPr>
        <p:txBody>
          <a:bodyPr>
            <a:normAutofit/>
          </a:bodyPr>
          <a:lstStyle>
            <a:lvl1pPr>
              <a:defRPr sz="1000"/>
            </a:lvl1pPr>
          </a:lstStyle>
          <a:p>
            <a:endParaRPr lang="en-GB"/>
          </a:p>
        </p:txBody>
      </p:sp>
      <p:sp>
        <p:nvSpPr>
          <p:cNvPr id="21" name="Picture Placeholder 13">
            <a:extLst>
              <a:ext uri="{FF2B5EF4-FFF2-40B4-BE49-F238E27FC236}">
                <a16:creationId xmlns:a16="http://schemas.microsoft.com/office/drawing/2014/main" id="{48261CAA-7C08-0306-CAD7-67DFC398CB9F}"/>
              </a:ext>
            </a:extLst>
          </p:cNvPr>
          <p:cNvSpPr>
            <a:spLocks noGrp="1"/>
          </p:cNvSpPr>
          <p:nvPr>
            <p:ph type="pic" sz="quarter" idx="22"/>
          </p:nvPr>
        </p:nvSpPr>
        <p:spPr>
          <a:xfrm>
            <a:off x="3696701" y="1288487"/>
            <a:ext cx="2555678" cy="3691137"/>
          </a:xfrm>
        </p:spPr>
        <p:txBody>
          <a:bodyPr>
            <a:normAutofit/>
          </a:bodyPr>
          <a:lstStyle>
            <a:lvl1pPr>
              <a:defRPr sz="1000"/>
            </a:lvl1pPr>
          </a:lstStyle>
          <a:p>
            <a:endParaRPr lang="en-GB"/>
          </a:p>
        </p:txBody>
      </p:sp>
      <p:sp>
        <p:nvSpPr>
          <p:cNvPr id="22" name="Picture Placeholder 13">
            <a:extLst>
              <a:ext uri="{FF2B5EF4-FFF2-40B4-BE49-F238E27FC236}">
                <a16:creationId xmlns:a16="http://schemas.microsoft.com/office/drawing/2014/main" id="{086FD225-3ED5-8F6F-C1B3-A1B349DDE180}"/>
              </a:ext>
            </a:extLst>
          </p:cNvPr>
          <p:cNvSpPr>
            <a:spLocks noGrp="1"/>
          </p:cNvSpPr>
          <p:nvPr>
            <p:ph type="pic" sz="quarter" idx="23"/>
          </p:nvPr>
        </p:nvSpPr>
        <p:spPr>
          <a:xfrm>
            <a:off x="6399506" y="1288487"/>
            <a:ext cx="2555678" cy="3691137"/>
          </a:xfrm>
        </p:spPr>
        <p:txBody>
          <a:bodyPr>
            <a:normAutofit/>
          </a:bodyPr>
          <a:lstStyle>
            <a:lvl1pPr>
              <a:defRPr sz="1000"/>
            </a:lvl1pPr>
          </a:lstStyle>
          <a:p>
            <a:endParaRPr lang="en-GB"/>
          </a:p>
        </p:txBody>
      </p:sp>
      <p:sp>
        <p:nvSpPr>
          <p:cNvPr id="23" name="Picture Placeholder 13">
            <a:extLst>
              <a:ext uri="{FF2B5EF4-FFF2-40B4-BE49-F238E27FC236}">
                <a16:creationId xmlns:a16="http://schemas.microsoft.com/office/drawing/2014/main" id="{0B2FC53B-45CA-2392-456B-039DC8D4107D}"/>
              </a:ext>
            </a:extLst>
          </p:cNvPr>
          <p:cNvSpPr>
            <a:spLocks noGrp="1"/>
          </p:cNvSpPr>
          <p:nvPr>
            <p:ph type="pic" sz="quarter" idx="24"/>
          </p:nvPr>
        </p:nvSpPr>
        <p:spPr>
          <a:xfrm>
            <a:off x="9102312" y="1288487"/>
            <a:ext cx="2555678" cy="3691137"/>
          </a:xfrm>
        </p:spPr>
        <p:txBody>
          <a:bodyPr>
            <a:normAutofit/>
          </a:bodyPr>
          <a:lstStyle>
            <a:lvl1pPr>
              <a:defRPr sz="1000"/>
            </a:lvl1pPr>
          </a:lstStyle>
          <a:p>
            <a:endParaRPr lang="en-GB"/>
          </a:p>
        </p:txBody>
      </p:sp>
      <p:pic>
        <p:nvPicPr>
          <p:cNvPr id="4" name="Graphic 3">
            <a:extLst>
              <a:ext uri="{FF2B5EF4-FFF2-40B4-BE49-F238E27FC236}">
                <a16:creationId xmlns:a16="http://schemas.microsoft.com/office/drawing/2014/main" id="{10440387-C8FB-18F4-A9CA-3C92F607A95D}"/>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Google Shape;18;p26">
            <a:extLst>
              <a:ext uri="{FF2B5EF4-FFF2-40B4-BE49-F238E27FC236}">
                <a16:creationId xmlns:a16="http://schemas.microsoft.com/office/drawing/2014/main" id="{FAB31B88-AAA4-93D8-1EF0-AF15DC99F64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2455404-430D-61F3-C88F-44098D09A566}"/>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9342483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Title Content with Subtitle 2">
    <p:bg>
      <p:bgPr>
        <a:solidFill>
          <a:schemeClr val="tx1"/>
        </a:solidFill>
        <a:effectLst/>
      </p:bgPr>
    </p:bg>
    <p:spTree>
      <p:nvGrpSpPr>
        <p:cNvPr id="1" name=""/>
        <p:cNvGrpSpPr/>
        <p:nvPr/>
      </p:nvGrpSpPr>
      <p:grpSpPr>
        <a:xfrm>
          <a:off x="0" y="0"/>
          <a:ext cx="0" cy="0"/>
          <a:chOff x="0" y="0"/>
          <a:chExt cx="0" cy="0"/>
        </a:xfrm>
      </p:grpSpPr>
      <p:sp>
        <p:nvSpPr>
          <p:cNvPr id="17" name="Text Placeholder 29">
            <a:extLst>
              <a:ext uri="{FF2B5EF4-FFF2-40B4-BE49-F238E27FC236}">
                <a16:creationId xmlns:a16="http://schemas.microsoft.com/office/drawing/2014/main" id="{AC7F0161-71EE-6B22-A6E5-CA59FF01D5AA}"/>
              </a:ext>
            </a:extLst>
          </p:cNvPr>
          <p:cNvSpPr>
            <a:spLocks noGrp="1"/>
          </p:cNvSpPr>
          <p:nvPr>
            <p:ph type="body" sz="quarter" idx="23"/>
          </p:nvPr>
        </p:nvSpPr>
        <p:spPr>
          <a:xfrm>
            <a:off x="3695119"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8" name="Text Placeholder 29">
            <a:extLst>
              <a:ext uri="{FF2B5EF4-FFF2-40B4-BE49-F238E27FC236}">
                <a16:creationId xmlns:a16="http://schemas.microsoft.com/office/drawing/2014/main" id="{0F2ACCF6-C80A-A638-3A59-400CD1915DA1}"/>
              </a:ext>
            </a:extLst>
          </p:cNvPr>
          <p:cNvSpPr>
            <a:spLocks noGrp="1"/>
          </p:cNvSpPr>
          <p:nvPr>
            <p:ph type="body" sz="quarter" idx="24"/>
          </p:nvPr>
        </p:nvSpPr>
        <p:spPr>
          <a:xfrm>
            <a:off x="6394252"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19" name="Text Placeholder 29">
            <a:extLst>
              <a:ext uri="{FF2B5EF4-FFF2-40B4-BE49-F238E27FC236}">
                <a16:creationId xmlns:a16="http://schemas.microsoft.com/office/drawing/2014/main" id="{3F632B57-9DB9-B8D4-D30F-168C7C2AB8AF}"/>
              </a:ext>
            </a:extLst>
          </p:cNvPr>
          <p:cNvSpPr>
            <a:spLocks noGrp="1"/>
          </p:cNvSpPr>
          <p:nvPr>
            <p:ph type="body" sz="quarter" idx="25"/>
          </p:nvPr>
        </p:nvSpPr>
        <p:spPr>
          <a:xfrm>
            <a:off x="9093384"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pic>
        <p:nvPicPr>
          <p:cNvPr id="7" name="Graphic 6">
            <a:extLst>
              <a:ext uri="{FF2B5EF4-FFF2-40B4-BE49-F238E27FC236}">
                <a16:creationId xmlns:a16="http://schemas.microsoft.com/office/drawing/2014/main" id="{C9FB924E-3FC3-7113-EE69-F976405F959F}"/>
              </a:ext>
            </a:extLst>
          </p:cNvPr>
          <p:cNvPicPr>
            <a:picLocks noChangeAspect="1"/>
          </p:cNvPicPr>
          <p:nvPr userDrawn="1"/>
        </p:nvPicPr>
        <p:blipFill>
          <a:blip r:embed="rId3">
            <a:extLst>
              <a:ext uri="{96DAC541-7B7A-43D3-8B79-37D633B846F1}">
                <asvg:svgBlip xmlns:asvg="http://schemas.microsoft.com/office/drawing/2016/SVG/main" r:embed="rId4"/>
              </a:ext>
            </a:extLst>
          </a:blip>
          <a:srcRect l="8134" t="14156" r="57486" b="13360"/>
          <a:stretch/>
        </p:blipFill>
        <p:spPr>
          <a:xfrm>
            <a:off x="211950" y="238991"/>
            <a:ext cx="572667" cy="629932"/>
          </a:xfrm>
          <a:prstGeom prst="rect">
            <a:avLst/>
          </a:prstGeom>
        </p:spPr>
      </p:pic>
      <p:sp>
        <p:nvSpPr>
          <p:cNvPr id="16" name="Text Placeholder 29">
            <a:extLst>
              <a:ext uri="{FF2B5EF4-FFF2-40B4-BE49-F238E27FC236}">
                <a16:creationId xmlns:a16="http://schemas.microsoft.com/office/drawing/2014/main" id="{FEEB06D8-3F5F-F13A-79D5-8DC9DE239F77}"/>
              </a:ext>
            </a:extLst>
          </p:cNvPr>
          <p:cNvSpPr>
            <a:spLocks noGrp="1"/>
          </p:cNvSpPr>
          <p:nvPr>
            <p:ph type="body" sz="quarter" idx="22"/>
          </p:nvPr>
        </p:nvSpPr>
        <p:spPr>
          <a:xfrm>
            <a:off x="993896" y="1878487"/>
            <a:ext cx="2537011" cy="985899"/>
          </a:xfrm>
          <a:prstGeom prst="roundRect">
            <a:avLst>
              <a:gd name="adj" fmla="val 18738"/>
            </a:avLst>
          </a:prstGeom>
          <a:ln w="12700">
            <a:solidFill>
              <a:schemeClr val="bg1"/>
            </a:solidFill>
          </a:ln>
        </p:spPr>
        <p:txBody>
          <a:bodyPr lIns="0" tIns="0" rIns="0" bIns="0" anchor="ctr">
            <a:normAutofit/>
          </a:bodyPr>
          <a:lstStyle>
            <a:lvl1pPr marL="0" indent="0" algn="ctr">
              <a:lnSpc>
                <a:spcPct val="100000"/>
              </a:lnSpc>
              <a:spcBef>
                <a:spcPts val="0"/>
              </a:spcBef>
              <a:spcAft>
                <a:spcPts val="600"/>
              </a:spcAft>
              <a:buFont typeface="Arial" panose="020B0604020202020204" pitchFamily="34" charset="0"/>
              <a:buNone/>
              <a:defRPr sz="2800" b="0" i="0" spc="0">
                <a:ln>
                  <a:noFill/>
                </a:ln>
                <a:solidFill>
                  <a:schemeClr val="bg1"/>
                </a:solidFill>
                <a:latin typeface="Funnel Sans" pitchFamily="2" charset="0"/>
              </a:defRPr>
            </a:lvl1pPr>
            <a:lvl2pPr marL="216000" indent="-216000">
              <a:lnSpc>
                <a:spcPct val="100000"/>
              </a:lnSpc>
              <a:spcBef>
                <a:spcPts val="0"/>
              </a:spcBef>
              <a:spcAft>
                <a:spcPts val="600"/>
              </a:spcAft>
              <a:buFontTx/>
              <a:buBlip>
                <a:blip r:embed="rId2"/>
              </a:buBlip>
              <a:defRPr sz="1600" b="0" i="0">
                <a:solidFill>
                  <a:schemeClr val="bg1"/>
                </a:solidFill>
                <a:latin typeface="Funnel Sans" pitchFamily="2" charset="0"/>
              </a:defRPr>
            </a:lvl2pPr>
            <a:lvl3pPr marL="576000" indent="-217560">
              <a:lnSpc>
                <a:spcPct val="100000"/>
              </a:lnSpc>
              <a:spcBef>
                <a:spcPts val="0"/>
              </a:spcBef>
              <a:spcAft>
                <a:spcPts val="600"/>
              </a:spcAft>
              <a:buFontTx/>
              <a:buBlip>
                <a:blip r:embed="rId2"/>
              </a:buBlip>
              <a:defRPr sz="1400" b="0" i="0">
                <a:solidFill>
                  <a:schemeClr val="bg1"/>
                </a:solidFill>
                <a:latin typeface="Funnel Sans" pitchFamily="2" charset="0"/>
              </a:defRPr>
            </a:lvl3pPr>
            <a:lvl4pPr marL="936000" indent="-216000">
              <a:lnSpc>
                <a:spcPct val="100000"/>
              </a:lnSpc>
              <a:spcBef>
                <a:spcPts val="0"/>
              </a:spcBef>
              <a:spcAft>
                <a:spcPts val="600"/>
              </a:spcAft>
              <a:buFontTx/>
              <a:buBlip>
                <a:blip r:embed="rId2"/>
              </a:buBlip>
              <a:defRPr sz="1200" b="0" i="0">
                <a:solidFill>
                  <a:schemeClr val="bg1"/>
                </a:solidFill>
                <a:latin typeface="Funnel Sans" pitchFamily="2" charset="0"/>
              </a:defRPr>
            </a:lvl4pPr>
            <a:lvl5pPr>
              <a:defRPr sz="1800">
                <a:solidFill>
                  <a:schemeClr val="tx2"/>
                </a:solidFill>
                <a:latin typeface="Funnel Sans" pitchFamily="2" charset="0"/>
              </a:defRPr>
            </a:lvl5pPr>
          </a:lstStyle>
          <a:p>
            <a:pPr lvl="0"/>
            <a:endParaRPr lang="en-GB"/>
          </a:p>
        </p:txBody>
      </p:sp>
      <p:sp>
        <p:nvSpPr>
          <p:cNvPr id="20" name="Google Shape;24;p26">
            <a:extLst>
              <a:ext uri="{FF2B5EF4-FFF2-40B4-BE49-F238E27FC236}">
                <a16:creationId xmlns:a16="http://schemas.microsoft.com/office/drawing/2014/main" id="{374FBE35-26DC-5388-6D08-51E66D619245}"/>
              </a:ext>
            </a:extLst>
          </p:cNvPr>
          <p:cNvSpPr txBox="1">
            <a:spLocks noGrp="1"/>
          </p:cNvSpPr>
          <p:nvPr>
            <p:ph type="body" idx="2" hasCustomPrompt="1"/>
          </p:nvPr>
        </p:nvSpPr>
        <p:spPr>
          <a:xfrm>
            <a:off x="993896" y="950350"/>
            <a:ext cx="9256696" cy="391626"/>
          </a:xfrm>
          <a:prstGeom prst="rect">
            <a:avLst/>
          </a:prstGeom>
          <a:noFill/>
          <a:ln>
            <a:noFill/>
          </a:ln>
        </p:spPr>
        <p:txBody>
          <a:bodyPr spcFirstLastPara="1" wrap="square" lIns="36000" tIns="0" rIns="0" bIns="0" anchor="t" anchorCtr="0">
            <a:noAutofit/>
          </a:bodyPr>
          <a:lstStyle>
            <a:lvl1pPr marL="0" lvl="0" indent="0" algn="l">
              <a:lnSpc>
                <a:spcPts val="2200"/>
              </a:lnSpc>
              <a:spcBef>
                <a:spcPts val="600"/>
              </a:spcBef>
              <a:spcAft>
                <a:spcPts val="0"/>
              </a:spcAft>
              <a:buSzPts val="1400"/>
              <a:buFont typeface="Arial" panose="020B0604020202020204" pitchFamily="34" charset="0"/>
              <a:buNone/>
              <a:defRPr sz="1200" b="0" i="0">
                <a:solidFill>
                  <a:schemeClr val="bg1"/>
                </a:solidFill>
                <a:latin typeface="Funnel Sans" pitchFamily="2" charset="0"/>
              </a:defRPr>
            </a:lvl1pPr>
            <a:lvl2pPr marL="914400" lvl="1" indent="-342900" algn="l">
              <a:lnSpc>
                <a:spcPct val="105000"/>
              </a:lnSpc>
              <a:spcBef>
                <a:spcPts val="1200"/>
              </a:spcBef>
              <a:spcAft>
                <a:spcPts val="0"/>
              </a:spcAft>
              <a:buSzPts val="1800"/>
              <a:buChar char="■"/>
              <a:defRPr/>
            </a:lvl2pPr>
            <a:lvl3pPr marL="1371600" lvl="2" indent="-320039" algn="l">
              <a:lnSpc>
                <a:spcPct val="105000"/>
              </a:lnSpc>
              <a:spcBef>
                <a:spcPts val="600"/>
              </a:spcBef>
              <a:spcAft>
                <a:spcPts val="0"/>
              </a:spcAft>
              <a:buSzPts val="1440"/>
              <a:buChar char="►"/>
              <a:defRPr/>
            </a:lvl3pPr>
            <a:lvl4pPr marL="1828800" lvl="3" indent="-342900" algn="l">
              <a:lnSpc>
                <a:spcPct val="105000"/>
              </a:lnSpc>
              <a:spcBef>
                <a:spcPts val="300"/>
              </a:spcBef>
              <a:spcAft>
                <a:spcPts val="0"/>
              </a:spcAft>
              <a:buSzPts val="1800"/>
              <a:buChar char="•"/>
              <a:defRPr/>
            </a:lvl4pPr>
            <a:lvl5pPr marL="2286000" lvl="4" indent="-228600" algn="l">
              <a:lnSpc>
                <a:spcPct val="105000"/>
              </a:lnSpc>
              <a:spcBef>
                <a:spcPts val="1800"/>
              </a:spcBef>
              <a:spcAft>
                <a:spcPts val="0"/>
              </a:spcAft>
              <a:buClr>
                <a:schemeClr val="accent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GB"/>
              <a:t>Subheads can drop over multiple lines, and are helpful to take the strain off the big headline.</a:t>
            </a:r>
            <a:endParaRPr/>
          </a:p>
        </p:txBody>
      </p:sp>
      <p:sp>
        <p:nvSpPr>
          <p:cNvPr id="21" name="Google Shape;18;p26">
            <a:extLst>
              <a:ext uri="{FF2B5EF4-FFF2-40B4-BE49-F238E27FC236}">
                <a16:creationId xmlns:a16="http://schemas.microsoft.com/office/drawing/2014/main" id="{A0662B01-017D-6D6B-017D-C78B1F7E313A}"/>
              </a:ext>
            </a:extLst>
          </p:cNvPr>
          <p:cNvSpPr txBox="1">
            <a:spLocks noGrp="1"/>
          </p:cNvSpPr>
          <p:nvPr>
            <p:ph type="title" hasCustomPrompt="1"/>
          </p:nvPr>
        </p:nvSpPr>
        <p:spPr>
          <a:xfrm>
            <a:off x="993896" y="366489"/>
            <a:ext cx="10640128" cy="538901"/>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SzPts val="3200"/>
              <a:buNone/>
              <a:defRPr sz="4400" b="1" i="0" spc="-150" baseline="0">
                <a:solidFill>
                  <a:schemeClr val="bg1"/>
                </a:solidFill>
                <a:latin typeface="Funnel Sans" pitchFamily="2" charset="0"/>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GB"/>
              <a:t>Titles go here, and never get smaller</a:t>
            </a:r>
            <a:endParaRPr/>
          </a:p>
        </p:txBody>
      </p:sp>
      <p:sp>
        <p:nvSpPr>
          <p:cNvPr id="2" name="Google Shape;22;p26">
            <a:extLst>
              <a:ext uri="{FF2B5EF4-FFF2-40B4-BE49-F238E27FC236}">
                <a16:creationId xmlns:a16="http://schemas.microsoft.com/office/drawing/2014/main" id="{DE7AADF0-857D-9550-F2D2-AA568D7B8AB0}"/>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a:t>© 2025 Copyright Genpact. All Rights Reserved.</a:t>
            </a:r>
          </a:p>
        </p:txBody>
      </p:sp>
    </p:spTree>
    <p:extLst>
      <p:ext uri="{BB962C8B-B14F-4D97-AF65-F5344CB8AC3E}">
        <p14:creationId xmlns:p14="http://schemas.microsoft.com/office/powerpoint/2010/main" val="2285290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image" Target="../media/image3.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image" Target="../media/image7.svg"/><Relationship Id="rId2" Type="http://schemas.openxmlformats.org/officeDocument/2006/relationships/slideLayout" Target="../slideLayouts/slideLayout25.xml"/><Relationship Id="rId16"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theme" Target="../theme/theme2.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8A7FA1-4461-3986-3A68-E30C7EE73639}"/>
              </a:ext>
            </a:extLst>
          </p:cNvPr>
          <p:cNvSpPr>
            <a:spLocks noGrp="1"/>
          </p:cNvSpPr>
          <p:nvPr>
            <p:ph type="title"/>
          </p:nvPr>
        </p:nvSpPr>
        <p:spPr>
          <a:xfrm>
            <a:off x="872753" y="167924"/>
            <a:ext cx="9764486" cy="75075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7672CB9-7850-7518-75D6-6B70A620C632}"/>
              </a:ext>
            </a:extLst>
          </p:cNvPr>
          <p:cNvSpPr>
            <a:spLocks noGrp="1"/>
          </p:cNvSpPr>
          <p:nvPr>
            <p:ph type="body" idx="1"/>
          </p:nvPr>
        </p:nvSpPr>
        <p:spPr>
          <a:xfrm>
            <a:off x="872753" y="1179900"/>
            <a:ext cx="9764486" cy="479986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p:txBody>
      </p:sp>
      <p:pic>
        <p:nvPicPr>
          <p:cNvPr id="7" name="Graphic 6">
            <a:extLst>
              <a:ext uri="{FF2B5EF4-FFF2-40B4-BE49-F238E27FC236}">
                <a16:creationId xmlns:a16="http://schemas.microsoft.com/office/drawing/2014/main" id="{DFEB7F22-4A70-E54B-3A3E-143E726EEE28}"/>
              </a:ext>
            </a:extLst>
          </p:cNvPr>
          <p:cNvPicPr>
            <a:picLocks noChangeAspect="1"/>
          </p:cNvPicPr>
          <p:nvPr userDrawn="1"/>
        </p:nvPicPr>
        <p:blipFill>
          <a:blip r:embed="rId25">
            <a:extLst>
              <a:ext uri="{96DAC541-7B7A-43D3-8B79-37D633B846F1}">
                <asvg:svgBlip xmlns:asvg="http://schemas.microsoft.com/office/drawing/2016/SVG/main" r:embed="rId26"/>
              </a:ext>
            </a:extLst>
          </a:blip>
          <a:srcRect l="8134" t="14156" r="57486" b="13360"/>
          <a:stretch/>
        </p:blipFill>
        <p:spPr>
          <a:xfrm>
            <a:off x="211951" y="238990"/>
            <a:ext cx="572666" cy="629931"/>
          </a:xfrm>
          <a:prstGeom prst="rect">
            <a:avLst/>
          </a:prstGeom>
        </p:spPr>
      </p:pic>
      <p:sp>
        <p:nvSpPr>
          <p:cNvPr id="5" name="Google Shape;22;p26">
            <a:extLst>
              <a:ext uri="{FF2B5EF4-FFF2-40B4-BE49-F238E27FC236}">
                <a16:creationId xmlns:a16="http://schemas.microsoft.com/office/drawing/2014/main" id="{460F95E3-9554-37AD-D5D9-F95CE4E75829}"/>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sz="800" b="0" i="0" u="none" strike="noStrike" cap="none">
                <a:solidFill>
                  <a:schemeClr val="tx1">
                    <a:alpha val="50000"/>
                  </a:schemeClr>
                </a:solidFill>
                <a:latin typeface="Funnel Sans" pitchFamily="2" charset="0"/>
                <a:cs typeface="Arial"/>
                <a:sym typeface="Arial"/>
              </a:rPr>
              <a:t>© 2025 Copyright Genpact. All Rights Reserved</a:t>
            </a:r>
            <a:r>
              <a:rPr lang="en-GB"/>
              <a:t>.</a:t>
            </a:r>
          </a:p>
        </p:txBody>
      </p:sp>
      <p:sp>
        <p:nvSpPr>
          <p:cNvPr id="6" name="Google Shape;21;p33">
            <a:extLst>
              <a:ext uri="{FF2B5EF4-FFF2-40B4-BE49-F238E27FC236}">
                <a16:creationId xmlns:a16="http://schemas.microsoft.com/office/drawing/2014/main" id="{4701B558-6ED4-D6E6-F644-73CF388F6B6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8900852"/>
      </p:ext>
    </p:extLst>
  </p:cSld>
  <p:clrMap bg1="lt1" tx1="dk1" bg2="lt2" tx2="dk2" accent1="accent1" accent2="accent2" accent3="accent3" accent4="accent4" accent5="accent5" accent6="accent6" hlink="hlink" folHlink="folHlink"/>
  <p:sldLayoutIdLst>
    <p:sldLayoutId id="2147483814" r:id="rId1"/>
    <p:sldLayoutId id="2147483805" r:id="rId2"/>
    <p:sldLayoutId id="2147483769" r:id="rId3"/>
    <p:sldLayoutId id="2147483770" r:id="rId4"/>
    <p:sldLayoutId id="2147483793" r:id="rId5"/>
    <p:sldLayoutId id="2147483780" r:id="rId6"/>
    <p:sldLayoutId id="2147483798" r:id="rId7"/>
    <p:sldLayoutId id="2147483773" r:id="rId8"/>
    <p:sldLayoutId id="2147483783" r:id="rId9"/>
    <p:sldLayoutId id="2147483789" r:id="rId10"/>
    <p:sldLayoutId id="2147483872" r:id="rId11"/>
    <p:sldLayoutId id="2147483784" r:id="rId12"/>
    <p:sldLayoutId id="2147483790" r:id="rId13"/>
    <p:sldLayoutId id="2147483781" r:id="rId14"/>
    <p:sldLayoutId id="2147483787" r:id="rId15"/>
    <p:sldLayoutId id="2147483782" r:id="rId16"/>
    <p:sldLayoutId id="2147483788" r:id="rId17"/>
    <p:sldLayoutId id="2147483785" r:id="rId18"/>
    <p:sldLayoutId id="2147483791" r:id="rId19"/>
    <p:sldLayoutId id="2147483786" r:id="rId20"/>
    <p:sldLayoutId id="2147483792" r:id="rId21"/>
    <p:sldLayoutId id="2147483777" r:id="rId22"/>
    <p:sldLayoutId id="2147483819" r:id="rId23"/>
  </p:sldLayoutIdLst>
  <p:hf hdr="0" dt="0"/>
  <p:txStyles>
    <p:titleStyle>
      <a:lvl1pPr algn="l" defTabSz="914400" rtl="0" eaLnBrk="1" latinLnBrk="0" hangingPunct="1">
        <a:lnSpc>
          <a:spcPct val="90000"/>
        </a:lnSpc>
        <a:spcBef>
          <a:spcPct val="0"/>
        </a:spcBef>
        <a:buNone/>
        <a:defRPr sz="4400" b="1" kern="1200">
          <a:solidFill>
            <a:schemeClr val="tx1"/>
          </a:solidFill>
          <a:latin typeface="Funnel Sans"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Funnel Sans" pitchFamily="2" charset="0"/>
          <a:ea typeface="+mn-ea"/>
          <a:cs typeface="+mn-cs"/>
        </a:defRPr>
      </a:lvl1pPr>
      <a:lvl2pPr marL="685800" indent="-228600" algn="l" defTabSz="914400" rtl="0" eaLnBrk="1" latinLnBrk="0" hangingPunct="1">
        <a:lnSpc>
          <a:spcPct val="90000"/>
        </a:lnSpc>
        <a:spcBef>
          <a:spcPts val="500"/>
        </a:spcBef>
        <a:buFontTx/>
        <a:buBlip>
          <a:blip r:embed="rId27"/>
        </a:buBlip>
        <a:defRPr sz="2400" kern="1200">
          <a:solidFill>
            <a:schemeClr val="tx1"/>
          </a:solidFill>
          <a:latin typeface="Funnel Sans" pitchFamily="2" charset="0"/>
          <a:ea typeface="+mn-ea"/>
          <a:cs typeface="+mn-cs"/>
        </a:defRPr>
      </a:lvl2pPr>
      <a:lvl3pPr marL="1143000" indent="-228600" algn="l" defTabSz="914400" rtl="0" eaLnBrk="1" latinLnBrk="0" hangingPunct="1">
        <a:lnSpc>
          <a:spcPct val="90000"/>
        </a:lnSpc>
        <a:spcBef>
          <a:spcPts val="500"/>
        </a:spcBef>
        <a:buFontTx/>
        <a:buBlip>
          <a:blip r:embed="rId27"/>
        </a:buBlip>
        <a:defRPr sz="2000" kern="1200">
          <a:solidFill>
            <a:schemeClr val="tx1"/>
          </a:solidFill>
          <a:latin typeface="Funnel Sans" pitchFamily="2" charset="0"/>
          <a:ea typeface="+mn-ea"/>
          <a:cs typeface="+mn-cs"/>
        </a:defRPr>
      </a:lvl3pPr>
      <a:lvl4pPr marL="1600200" indent="-228600" algn="l" defTabSz="914400" rtl="0" eaLnBrk="1" latinLnBrk="0" hangingPunct="1">
        <a:lnSpc>
          <a:spcPct val="90000"/>
        </a:lnSpc>
        <a:spcBef>
          <a:spcPts val="500"/>
        </a:spcBef>
        <a:buFontTx/>
        <a:buBlip>
          <a:blip r:embed="rId27"/>
        </a:buBlip>
        <a:defRPr sz="1800" kern="1200">
          <a:solidFill>
            <a:schemeClr val="tx1"/>
          </a:solidFill>
          <a:latin typeface="Funnel Sans" pitchFamily="2" charset="0"/>
          <a:ea typeface="+mn-ea"/>
          <a:cs typeface="+mn-cs"/>
        </a:defRPr>
      </a:lvl4pPr>
      <a:lvl5pPr marL="2057400" indent="-228600" algn="l" defTabSz="914400" rtl="0" eaLnBrk="1" latinLnBrk="0" hangingPunct="1">
        <a:lnSpc>
          <a:spcPct val="90000"/>
        </a:lnSpc>
        <a:spcBef>
          <a:spcPts val="500"/>
        </a:spcBef>
        <a:buFontTx/>
        <a:buBlip>
          <a:blip r:embed="rId27"/>
        </a:buBlip>
        <a:defRPr sz="1800" kern="1200">
          <a:solidFill>
            <a:schemeClr val="tx1"/>
          </a:solidFill>
          <a:latin typeface="Funnel San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8A7FA1-4461-3986-3A68-E30C7EE73639}"/>
              </a:ext>
            </a:extLst>
          </p:cNvPr>
          <p:cNvSpPr>
            <a:spLocks noGrp="1"/>
          </p:cNvSpPr>
          <p:nvPr>
            <p:ph type="title"/>
          </p:nvPr>
        </p:nvSpPr>
        <p:spPr>
          <a:xfrm>
            <a:off x="872753" y="167924"/>
            <a:ext cx="9764486" cy="75075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7672CB9-7850-7518-75D6-6B70A620C632}"/>
              </a:ext>
            </a:extLst>
          </p:cNvPr>
          <p:cNvSpPr>
            <a:spLocks noGrp="1"/>
          </p:cNvSpPr>
          <p:nvPr>
            <p:ph type="body" idx="1"/>
          </p:nvPr>
        </p:nvSpPr>
        <p:spPr>
          <a:xfrm>
            <a:off x="872753" y="1179900"/>
            <a:ext cx="9764486" cy="479986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Google Shape;21;p33">
            <a:extLst>
              <a:ext uri="{FF2B5EF4-FFF2-40B4-BE49-F238E27FC236}">
                <a16:creationId xmlns:a16="http://schemas.microsoft.com/office/drawing/2014/main" id="{4701B558-6ED4-D6E6-F644-73CF388F6B66}"/>
              </a:ext>
            </a:extLst>
          </p:cNvPr>
          <p:cNvSpPr txBox="1">
            <a:spLocks/>
          </p:cNvSpPr>
          <p:nvPr userDrawn="1"/>
        </p:nvSpPr>
        <p:spPr>
          <a:xfrm>
            <a:off x="11366870" y="294924"/>
            <a:ext cx="518986" cy="2187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400" b="0" i="0" u="none" strike="noStrike" cap="none">
                <a:solidFill>
                  <a:schemeClr val="bg1"/>
                </a:solidFill>
                <a:latin typeface="Funnel Sans" pitchFamily="2" charset="0"/>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fld id="{00000000-1234-1234-1234-123412341234}" type="slidenum">
              <a:rPr lang="en-US" smtClean="0">
                <a:solidFill>
                  <a:srgbClr val="BABABA"/>
                </a:solidFill>
              </a:rPr>
              <a:pPr/>
              <a:t>‹#›</a:t>
            </a:fld>
            <a:endParaRPr lang="en-US" dirty="0">
              <a:solidFill>
                <a:srgbClr val="BABABA"/>
              </a:solidFill>
            </a:endParaRPr>
          </a:p>
        </p:txBody>
      </p:sp>
      <p:pic>
        <p:nvPicPr>
          <p:cNvPr id="4" name="Graphic 3">
            <a:extLst>
              <a:ext uri="{FF2B5EF4-FFF2-40B4-BE49-F238E27FC236}">
                <a16:creationId xmlns:a16="http://schemas.microsoft.com/office/drawing/2014/main" id="{0A1A8C10-643A-1914-FCD3-BE3D60B7F665}"/>
              </a:ext>
            </a:extLst>
          </p:cNvPr>
          <p:cNvPicPr>
            <a:picLocks noChangeAspect="1"/>
          </p:cNvPicPr>
          <p:nvPr userDrawn="1"/>
        </p:nvPicPr>
        <p:blipFill>
          <a:blip r:embed="rId16">
            <a:extLst>
              <a:ext uri="{96DAC541-7B7A-43D3-8B79-37D633B846F1}">
                <asvg:svgBlip xmlns:asvg="http://schemas.microsoft.com/office/drawing/2016/SVG/main" r:embed="rId17"/>
              </a:ext>
            </a:extLst>
          </a:blip>
          <a:srcRect l="8134" t="14156" r="57486" b="13360"/>
          <a:stretch/>
        </p:blipFill>
        <p:spPr>
          <a:xfrm>
            <a:off x="211950" y="238991"/>
            <a:ext cx="572667" cy="629932"/>
          </a:xfrm>
          <a:prstGeom prst="rect">
            <a:avLst/>
          </a:prstGeom>
        </p:spPr>
      </p:pic>
      <p:sp>
        <p:nvSpPr>
          <p:cNvPr id="8" name="Google Shape;22;p26">
            <a:extLst>
              <a:ext uri="{FF2B5EF4-FFF2-40B4-BE49-F238E27FC236}">
                <a16:creationId xmlns:a16="http://schemas.microsoft.com/office/drawing/2014/main" id="{967D9A61-5F6C-328D-DB67-296B2D246208}"/>
              </a:ext>
            </a:extLst>
          </p:cNvPr>
          <p:cNvSpPr txBox="1">
            <a:spLocks/>
          </p:cNvSpPr>
          <p:nvPr userDrawn="1"/>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Tree>
    <p:extLst>
      <p:ext uri="{BB962C8B-B14F-4D97-AF65-F5344CB8AC3E}">
        <p14:creationId xmlns:p14="http://schemas.microsoft.com/office/powerpoint/2010/main" val="3904372625"/>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8" r:id="rId3"/>
    <p:sldLayoutId id="2147483829" r:id="rId4"/>
    <p:sldLayoutId id="2147483838" r:id="rId5"/>
    <p:sldLayoutId id="2147483853" r:id="rId6"/>
    <p:sldLayoutId id="2147483854" r:id="rId7"/>
    <p:sldLayoutId id="2147483871" r:id="rId8"/>
    <p:sldLayoutId id="2147483856" r:id="rId9"/>
    <p:sldLayoutId id="2147483858" r:id="rId10"/>
    <p:sldLayoutId id="2147483860" r:id="rId11"/>
    <p:sldLayoutId id="2147483870" r:id="rId12"/>
    <p:sldLayoutId id="2147483862" r:id="rId13"/>
    <p:sldLayoutId id="2147483864" r:id="rId14"/>
  </p:sldLayoutIdLst>
  <p:hf hdr="0" dt="0"/>
  <p:txStyles>
    <p:titleStyle>
      <a:lvl1pPr algn="l" defTabSz="914400" rtl="0" eaLnBrk="1" latinLnBrk="0" hangingPunct="1">
        <a:lnSpc>
          <a:spcPct val="90000"/>
        </a:lnSpc>
        <a:spcBef>
          <a:spcPct val="0"/>
        </a:spcBef>
        <a:buNone/>
        <a:defRPr sz="4400" b="1" kern="1200">
          <a:solidFill>
            <a:schemeClr val="bg1"/>
          </a:solidFill>
          <a:latin typeface="Funnel Sans"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1"/>
          </a:solidFill>
          <a:latin typeface="Funnel Sans" pitchFamily="2" charset="0"/>
          <a:ea typeface="+mn-ea"/>
          <a:cs typeface="+mn-cs"/>
        </a:defRPr>
      </a:lvl1pPr>
      <a:lvl2pPr marL="685800" indent="-228600" algn="l" defTabSz="914400" rtl="0" eaLnBrk="1" latinLnBrk="0" hangingPunct="1">
        <a:lnSpc>
          <a:spcPct val="90000"/>
        </a:lnSpc>
        <a:spcBef>
          <a:spcPts val="500"/>
        </a:spcBef>
        <a:buFontTx/>
        <a:buBlip>
          <a:blip r:embed="rId18"/>
        </a:buBlip>
        <a:defRPr sz="2400" kern="1200">
          <a:solidFill>
            <a:schemeClr val="bg1"/>
          </a:solidFill>
          <a:latin typeface="Funnel Sans" pitchFamily="2" charset="0"/>
          <a:ea typeface="+mn-ea"/>
          <a:cs typeface="+mn-cs"/>
        </a:defRPr>
      </a:lvl2pPr>
      <a:lvl3pPr marL="1143000" indent="-228600" algn="l" defTabSz="914400" rtl="0" eaLnBrk="1" latinLnBrk="0" hangingPunct="1">
        <a:lnSpc>
          <a:spcPct val="90000"/>
        </a:lnSpc>
        <a:spcBef>
          <a:spcPts val="500"/>
        </a:spcBef>
        <a:buFontTx/>
        <a:buBlip>
          <a:blip r:embed="rId18"/>
        </a:buBlip>
        <a:defRPr sz="2000" kern="1200">
          <a:solidFill>
            <a:schemeClr val="bg1"/>
          </a:solidFill>
          <a:latin typeface="Funnel Sans" pitchFamily="2" charset="0"/>
          <a:ea typeface="+mn-ea"/>
          <a:cs typeface="+mn-cs"/>
        </a:defRPr>
      </a:lvl3pPr>
      <a:lvl4pPr marL="1600200" indent="-228600" algn="l" defTabSz="914400" rtl="0" eaLnBrk="1" latinLnBrk="0" hangingPunct="1">
        <a:lnSpc>
          <a:spcPct val="90000"/>
        </a:lnSpc>
        <a:spcBef>
          <a:spcPts val="500"/>
        </a:spcBef>
        <a:buFontTx/>
        <a:buBlip>
          <a:blip r:embed="rId18"/>
        </a:buBlip>
        <a:defRPr sz="1800" kern="1200">
          <a:solidFill>
            <a:schemeClr val="bg1"/>
          </a:solidFill>
          <a:latin typeface="Funnel Sans" pitchFamily="2" charset="0"/>
          <a:ea typeface="+mn-ea"/>
          <a:cs typeface="+mn-cs"/>
        </a:defRPr>
      </a:lvl4pPr>
      <a:lvl5pPr marL="2057400" indent="-228600" algn="l" defTabSz="914400" rtl="0" eaLnBrk="1" latinLnBrk="0" hangingPunct="1">
        <a:lnSpc>
          <a:spcPct val="90000"/>
        </a:lnSpc>
        <a:spcBef>
          <a:spcPts val="500"/>
        </a:spcBef>
        <a:buFontTx/>
        <a:buBlip>
          <a:blip r:embed="rId18"/>
        </a:buBlip>
        <a:defRPr sz="1800" kern="1200">
          <a:solidFill>
            <a:schemeClr val="tx1"/>
          </a:solidFill>
          <a:latin typeface="Funnel San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jpe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82F89-35E4-263E-693D-6D8F90FC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9B8CA-2FB5-921F-6DF5-48D5BC44FDCD}"/>
              </a:ext>
            </a:extLst>
          </p:cNvPr>
          <p:cNvSpPr>
            <a:spLocks noGrp="1"/>
          </p:cNvSpPr>
          <p:nvPr>
            <p:ph type="title"/>
          </p:nvPr>
        </p:nvSpPr>
        <p:spPr/>
        <p:txBody>
          <a:bodyPr/>
          <a:lstStyle/>
          <a:p>
            <a:r>
              <a:rPr lang="en-GB" sz="4400" b="0" dirty="0">
                <a:latin typeface="Funnel Sans"/>
              </a:rPr>
              <a:t>Salient Object Detection from Scratch</a:t>
            </a:r>
            <a:endParaRPr lang="en-US" sz="4400" dirty="0"/>
          </a:p>
        </p:txBody>
      </p:sp>
      <p:sp>
        <p:nvSpPr>
          <p:cNvPr id="3" name="Text Placeholder 2">
            <a:extLst>
              <a:ext uri="{FF2B5EF4-FFF2-40B4-BE49-F238E27FC236}">
                <a16:creationId xmlns:a16="http://schemas.microsoft.com/office/drawing/2014/main" id="{D25B4D42-B44E-4DC8-572D-7BC0E291904A}"/>
              </a:ext>
            </a:extLst>
          </p:cNvPr>
          <p:cNvSpPr>
            <a:spLocks noGrp="1"/>
          </p:cNvSpPr>
          <p:nvPr>
            <p:ph type="body" idx="2"/>
          </p:nvPr>
        </p:nvSpPr>
        <p:spPr/>
        <p:txBody>
          <a:bodyPr/>
          <a:lstStyle/>
          <a:p>
            <a:r>
              <a:rPr lang="en-GB" sz="1600" err="1">
                <a:latin typeface="Funnel Sans"/>
              </a:rPr>
              <a:t>Ridon</a:t>
            </a:r>
            <a:r>
              <a:rPr lang="en-GB" sz="1600" dirty="0">
                <a:latin typeface="Funnel Sans"/>
              </a:rPr>
              <a:t> Maliqi</a:t>
            </a:r>
          </a:p>
          <a:p>
            <a:r>
              <a:rPr lang="en-GB" sz="1600" dirty="0">
                <a:latin typeface="Funnel Sans"/>
              </a:rPr>
              <a:t>Mentor: Fatmir </a:t>
            </a:r>
            <a:r>
              <a:rPr lang="en-GB" sz="1600" err="1">
                <a:latin typeface="Funnel Sans"/>
              </a:rPr>
              <a:t>Nuredini</a:t>
            </a:r>
            <a:endParaRPr lang="en-GB" sz="1600">
              <a:latin typeface="Funnel Sans"/>
            </a:endParaRPr>
          </a:p>
          <a:p>
            <a:r>
              <a:rPr lang="en-GB" sz="1600" dirty="0">
                <a:latin typeface="Funnel Sans"/>
              </a:rPr>
              <a:t>Course: Machine Learning A-Z: AI, Python &amp; R</a:t>
            </a:r>
            <a:endParaRPr lang="en-GB" sz="1600" dirty="0"/>
          </a:p>
          <a:p>
            <a:endParaRPr lang="en-GB" dirty="0"/>
          </a:p>
        </p:txBody>
      </p:sp>
      <p:grpSp>
        <p:nvGrpSpPr>
          <p:cNvPr id="10" name="Group 9">
            <a:extLst>
              <a:ext uri="{FF2B5EF4-FFF2-40B4-BE49-F238E27FC236}">
                <a16:creationId xmlns:a16="http://schemas.microsoft.com/office/drawing/2014/main" id="{EA04054B-679E-BA39-959F-36D889206B25}"/>
              </a:ext>
            </a:extLst>
          </p:cNvPr>
          <p:cNvGrpSpPr/>
          <p:nvPr/>
        </p:nvGrpSpPr>
        <p:grpSpPr>
          <a:xfrm>
            <a:off x="919502" y="5940967"/>
            <a:ext cx="710126" cy="196850"/>
            <a:chOff x="1601959" y="2654797"/>
            <a:chExt cx="710126" cy="196850"/>
          </a:xfrm>
        </p:grpSpPr>
        <p:pic>
          <p:nvPicPr>
            <p:cNvPr id="11" name="Graphic 10">
              <a:extLst>
                <a:ext uri="{FF2B5EF4-FFF2-40B4-BE49-F238E27FC236}">
                  <a16:creationId xmlns:a16="http://schemas.microsoft.com/office/drawing/2014/main" id="{35327F8B-9E9E-96D0-0370-C7F85D7301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589656" y="2667100"/>
              <a:ext cx="196850" cy="172244"/>
            </a:xfrm>
            <a:prstGeom prst="rect">
              <a:avLst/>
            </a:prstGeom>
          </p:spPr>
        </p:pic>
        <p:pic>
          <p:nvPicPr>
            <p:cNvPr id="12" name="Graphic 11">
              <a:extLst>
                <a:ext uri="{FF2B5EF4-FFF2-40B4-BE49-F238E27FC236}">
                  <a16:creationId xmlns:a16="http://schemas.microsoft.com/office/drawing/2014/main" id="{A7A80CCA-406F-3711-01F4-AD7F74D97E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768950" y="2667100"/>
              <a:ext cx="196850" cy="172244"/>
            </a:xfrm>
            <a:prstGeom prst="rect">
              <a:avLst/>
            </a:prstGeom>
          </p:spPr>
        </p:pic>
        <p:pic>
          <p:nvPicPr>
            <p:cNvPr id="13" name="Graphic 12">
              <a:extLst>
                <a:ext uri="{FF2B5EF4-FFF2-40B4-BE49-F238E27FC236}">
                  <a16:creationId xmlns:a16="http://schemas.microsoft.com/office/drawing/2014/main" id="{A554269C-7C88-6BDF-9FB7-BDF18AFE1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948244" y="2667100"/>
              <a:ext cx="196850" cy="172244"/>
            </a:xfrm>
            <a:prstGeom prst="rect">
              <a:avLst/>
            </a:prstGeom>
          </p:spPr>
        </p:pic>
        <p:pic>
          <p:nvPicPr>
            <p:cNvPr id="14" name="Graphic 13">
              <a:extLst>
                <a:ext uri="{FF2B5EF4-FFF2-40B4-BE49-F238E27FC236}">
                  <a16:creationId xmlns:a16="http://schemas.microsoft.com/office/drawing/2014/main" id="{C0A36176-6383-BA5E-08CC-43DCD1D6E8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2127538" y="2667100"/>
              <a:ext cx="196850" cy="172244"/>
            </a:xfrm>
            <a:prstGeom prst="rect">
              <a:avLst/>
            </a:prstGeom>
          </p:spPr>
        </p:pic>
      </p:grpSp>
      <p:pic>
        <p:nvPicPr>
          <p:cNvPr id="9" name="Picture Placeholder 8">
            <a:extLst>
              <a:ext uri="{FF2B5EF4-FFF2-40B4-BE49-F238E27FC236}">
                <a16:creationId xmlns:a16="http://schemas.microsoft.com/office/drawing/2014/main" id="{E77B7A0D-B09E-8D05-E1DA-2A87CE3C57A1}"/>
              </a:ext>
            </a:extLst>
          </p:cNvPr>
          <p:cNvPicPr>
            <a:picLocks noGrp="1" noChangeAspect="1"/>
          </p:cNvPicPr>
          <p:nvPr>
            <p:ph type="pic" sz="quarter" idx="10"/>
          </p:nvPr>
        </p:nvPicPr>
        <p:blipFill>
          <a:blip r:embed="rId4" cstate="screen">
            <a:extLst>
              <a:ext uri="{28A0092B-C50C-407E-A947-70E740481C1C}">
                <a14:useLocalDpi xmlns:a14="http://schemas.microsoft.com/office/drawing/2010/main"/>
              </a:ext>
            </a:extLst>
          </a:blip>
          <a:srcRect/>
          <a:stretch>
            <a:fillRect/>
          </a:stretch>
        </p:blipFill>
        <p:spPr/>
      </p:pic>
      <p:sp>
        <p:nvSpPr>
          <p:cNvPr id="4" name="Google Shape;22;p26">
            <a:extLst>
              <a:ext uri="{FF2B5EF4-FFF2-40B4-BE49-F238E27FC236}">
                <a16:creationId xmlns:a16="http://schemas.microsoft.com/office/drawing/2014/main" id="{3BAFF4A0-B264-2D6C-628F-C83431317F1B}"/>
              </a:ext>
            </a:extLst>
          </p:cNvPr>
          <p:cNvSpPr txBox="1">
            <a:spLocks/>
          </p:cNvSpPr>
          <p:nvPr/>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Tree>
    <p:extLst>
      <p:ext uri="{BB962C8B-B14F-4D97-AF65-F5344CB8AC3E}">
        <p14:creationId xmlns:p14="http://schemas.microsoft.com/office/powerpoint/2010/main" val="864225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DBE3-27D7-C76A-0F0B-109C8A9E8B5A}"/>
              </a:ext>
            </a:extLst>
          </p:cNvPr>
          <p:cNvSpPr>
            <a:spLocks noGrp="1"/>
          </p:cNvSpPr>
          <p:nvPr>
            <p:ph type="title"/>
          </p:nvPr>
        </p:nvSpPr>
        <p:spPr/>
        <p:txBody>
          <a:bodyPr/>
          <a:lstStyle/>
          <a:p>
            <a:r>
              <a:rPr lang="en-US" b="0" dirty="0">
                <a:latin typeface="Funnel Sans"/>
              </a:rPr>
              <a:t>Problem &amp; Motivation</a:t>
            </a:r>
            <a:endParaRPr lang="en-US" dirty="0">
              <a:latin typeface="Funnel Sans"/>
            </a:endParaRPr>
          </a:p>
        </p:txBody>
      </p:sp>
      <p:sp>
        <p:nvSpPr>
          <p:cNvPr id="3" name="Text Placeholder 2">
            <a:extLst>
              <a:ext uri="{FF2B5EF4-FFF2-40B4-BE49-F238E27FC236}">
                <a16:creationId xmlns:a16="http://schemas.microsoft.com/office/drawing/2014/main" id="{3B6DCFDB-949B-E04E-4EBF-CF1F5922830B}"/>
              </a:ext>
            </a:extLst>
          </p:cNvPr>
          <p:cNvSpPr>
            <a:spLocks noGrp="1"/>
          </p:cNvSpPr>
          <p:nvPr>
            <p:ph type="body" sz="quarter" idx="12"/>
          </p:nvPr>
        </p:nvSpPr>
        <p:spPr/>
        <p:txBody>
          <a:bodyPr>
            <a:normAutofit/>
          </a:bodyPr>
          <a:lstStyle/>
          <a:p>
            <a:r>
              <a:rPr lang="en-US" dirty="0">
                <a:latin typeface="Funnel Sans"/>
              </a:rPr>
              <a:t>What is Salient Object Detection (SOD)?</a:t>
            </a:r>
          </a:p>
        </p:txBody>
      </p:sp>
      <p:sp>
        <p:nvSpPr>
          <p:cNvPr id="4" name="Text Placeholder 3">
            <a:extLst>
              <a:ext uri="{FF2B5EF4-FFF2-40B4-BE49-F238E27FC236}">
                <a16:creationId xmlns:a16="http://schemas.microsoft.com/office/drawing/2014/main" id="{AF9F0B7B-2D1B-0098-8BEB-9C38EC939D96}"/>
              </a:ext>
            </a:extLst>
          </p:cNvPr>
          <p:cNvSpPr>
            <a:spLocks noGrp="1"/>
          </p:cNvSpPr>
          <p:nvPr>
            <p:ph type="body" sz="quarter" idx="13"/>
          </p:nvPr>
        </p:nvSpPr>
        <p:spPr/>
        <p:txBody>
          <a:bodyPr>
            <a:normAutofit/>
          </a:bodyPr>
          <a:lstStyle/>
          <a:p>
            <a:r>
              <a:rPr lang="en-US" dirty="0">
                <a:latin typeface="Funnel Sans"/>
              </a:rPr>
              <a:t>Why is it important ?</a:t>
            </a:r>
            <a:endParaRPr lang="en-US" dirty="0"/>
          </a:p>
        </p:txBody>
      </p:sp>
      <p:sp>
        <p:nvSpPr>
          <p:cNvPr id="5" name="Text Placeholder 4">
            <a:extLst>
              <a:ext uri="{FF2B5EF4-FFF2-40B4-BE49-F238E27FC236}">
                <a16:creationId xmlns:a16="http://schemas.microsoft.com/office/drawing/2014/main" id="{8D719E20-366F-9CC4-2FFC-191DFA89D8FF}"/>
              </a:ext>
            </a:extLst>
          </p:cNvPr>
          <p:cNvSpPr>
            <a:spLocks noGrp="1"/>
          </p:cNvSpPr>
          <p:nvPr>
            <p:ph type="body" sz="quarter" idx="14"/>
          </p:nvPr>
        </p:nvSpPr>
        <p:spPr/>
        <p:txBody>
          <a:bodyPr>
            <a:normAutofit fontScale="92500" lnSpcReduction="10000"/>
          </a:bodyPr>
          <a:lstStyle/>
          <a:p>
            <a:r>
              <a:rPr lang="en-US" dirty="0">
                <a:latin typeface="Funnel Sans"/>
              </a:rPr>
              <a:t>Difference from traditional object detection</a:t>
            </a:r>
          </a:p>
        </p:txBody>
      </p:sp>
      <p:sp>
        <p:nvSpPr>
          <p:cNvPr id="6" name="Text Placeholder 5">
            <a:extLst>
              <a:ext uri="{FF2B5EF4-FFF2-40B4-BE49-F238E27FC236}">
                <a16:creationId xmlns:a16="http://schemas.microsoft.com/office/drawing/2014/main" id="{CACE606C-E183-DF8A-2951-1617B982357A}"/>
              </a:ext>
            </a:extLst>
          </p:cNvPr>
          <p:cNvSpPr>
            <a:spLocks noGrp="1"/>
          </p:cNvSpPr>
          <p:nvPr>
            <p:ph type="body" sz="quarter" idx="25"/>
          </p:nvPr>
        </p:nvSpPr>
        <p:spPr/>
        <p:txBody>
          <a:bodyPr>
            <a:normAutofit/>
          </a:bodyPr>
          <a:lstStyle/>
          <a:p>
            <a:r>
              <a:rPr lang="en-US" dirty="0">
                <a:latin typeface="Funnel Sans"/>
              </a:rPr>
              <a:t> </a:t>
            </a:r>
            <a:endParaRPr lang="en-US"/>
          </a:p>
          <a:p>
            <a:endParaRPr lang="en-US" dirty="0">
              <a:latin typeface="Funnel Sans"/>
            </a:endParaRPr>
          </a:p>
          <a:p>
            <a:r>
              <a:rPr lang="en-US" dirty="0">
                <a:latin typeface="Funnel Sans"/>
              </a:rPr>
              <a:t>Identifies and segments the most visually important object(s) in an image — the areas that naturally attract human attention.</a:t>
            </a:r>
            <a:endParaRPr lang="en-US"/>
          </a:p>
          <a:p>
            <a:endParaRPr lang="en-US" dirty="0">
              <a:latin typeface="Funnel Sans"/>
            </a:endParaRPr>
          </a:p>
          <a:p>
            <a:endParaRPr lang="en-US" dirty="0">
              <a:latin typeface="Funnel Sans"/>
            </a:endParaRPr>
          </a:p>
          <a:p>
            <a:endParaRPr lang="en-US" dirty="0">
              <a:latin typeface="Funnel Sans"/>
            </a:endParaRPr>
          </a:p>
          <a:p>
            <a:endParaRPr lang="en-US" dirty="0">
              <a:latin typeface="Funnel Sans"/>
            </a:endParaRPr>
          </a:p>
          <a:p>
            <a:r>
              <a:rPr lang="en-US" dirty="0">
                <a:latin typeface="Funnel Sans"/>
              </a:rPr>
              <a:t>Helps machines focus on key regions, improving image understanding, attention modeling, and downstream computer vision tasks.</a:t>
            </a:r>
          </a:p>
          <a:p>
            <a:endParaRPr lang="en-US" dirty="0">
              <a:latin typeface="Funnel Sans"/>
            </a:endParaRPr>
          </a:p>
          <a:p>
            <a:endParaRPr lang="en-US" dirty="0">
              <a:latin typeface="Funnel Sans"/>
            </a:endParaRPr>
          </a:p>
          <a:p>
            <a:endParaRPr lang="en-US" dirty="0">
              <a:latin typeface="Funnel Sans"/>
            </a:endParaRPr>
          </a:p>
          <a:p>
            <a:endParaRPr lang="en-US" dirty="0">
              <a:latin typeface="Funnel Sans"/>
            </a:endParaRPr>
          </a:p>
          <a:p>
            <a:r>
              <a:rPr lang="en-US" dirty="0">
                <a:latin typeface="Funnel Sans"/>
              </a:rPr>
              <a:t>Traditional detection finds and classifies all objects. SOD highlights only the dominant, most “salient” object(s).</a:t>
            </a:r>
          </a:p>
          <a:p>
            <a:endParaRPr lang="en-US" dirty="0"/>
          </a:p>
        </p:txBody>
      </p:sp>
    </p:spTree>
    <p:extLst>
      <p:ext uri="{BB962C8B-B14F-4D97-AF65-F5344CB8AC3E}">
        <p14:creationId xmlns:p14="http://schemas.microsoft.com/office/powerpoint/2010/main" val="2792576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3ECAB-18B4-81A9-4DB8-39380B7E71A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9EDA2D4-1B94-A67F-447E-29FCC8C05F86}"/>
              </a:ext>
            </a:extLst>
          </p:cNvPr>
          <p:cNvSpPr>
            <a:spLocks noGrp="1"/>
          </p:cNvSpPr>
          <p:nvPr>
            <p:ph type="body" sz="quarter" idx="25"/>
          </p:nvPr>
        </p:nvSpPr>
        <p:spPr/>
        <p:txBody>
          <a:bodyPr>
            <a:normAutofit fontScale="85000" lnSpcReduction="20000"/>
          </a:bodyPr>
          <a:lstStyle/>
          <a:p>
            <a:endParaRPr lang="en-US">
              <a:latin typeface="Funnel Sans"/>
            </a:endParaRPr>
          </a:p>
          <a:p>
            <a:endParaRPr lang="en-US">
              <a:latin typeface="Funnel Sans"/>
            </a:endParaRPr>
          </a:p>
          <a:p>
            <a:r>
              <a:rPr lang="en-US">
                <a:latin typeface="Funnel Sans"/>
              </a:rPr>
              <a:t>CNN encoder-decoder architecture from scratch</a:t>
            </a:r>
            <a:endParaRPr lang="en-US"/>
          </a:p>
          <a:p>
            <a:pPr marL="285750" indent="-285750">
              <a:buFont typeface="Arial"/>
              <a:buChar char="•"/>
            </a:pPr>
            <a:endParaRPr lang="en-US"/>
          </a:p>
          <a:p>
            <a:endParaRPr lang="en-US" dirty="0"/>
          </a:p>
        </p:txBody>
      </p:sp>
      <p:sp>
        <p:nvSpPr>
          <p:cNvPr id="13" name="Text Placeholder 12">
            <a:extLst>
              <a:ext uri="{FF2B5EF4-FFF2-40B4-BE49-F238E27FC236}">
                <a16:creationId xmlns:a16="http://schemas.microsoft.com/office/drawing/2014/main" id="{1D2C3481-A50A-2FA3-117A-520BA43A4B36}"/>
              </a:ext>
            </a:extLst>
          </p:cNvPr>
          <p:cNvSpPr>
            <a:spLocks noGrp="1"/>
          </p:cNvSpPr>
          <p:nvPr>
            <p:ph type="body" sz="quarter" idx="26"/>
          </p:nvPr>
        </p:nvSpPr>
        <p:spPr/>
        <p:txBody>
          <a:bodyPr/>
          <a:lstStyle/>
          <a:p>
            <a:r>
              <a:rPr lang="en-US">
                <a:latin typeface="Funnel Sans"/>
              </a:rPr>
              <a:t>Loss function</a:t>
            </a:r>
            <a:r>
              <a:rPr lang="en-US" dirty="0">
                <a:latin typeface="Funnel Sans"/>
              </a:rPr>
              <a:t>: </a:t>
            </a:r>
            <a:r>
              <a:rPr lang="en-US">
                <a:latin typeface="Funnel Sans"/>
              </a:rPr>
              <a:t>Binary Cross-Entropy + 0.5 × (1 − IoU)</a:t>
            </a:r>
            <a:endParaRPr lang="en-US"/>
          </a:p>
        </p:txBody>
      </p:sp>
      <p:sp>
        <p:nvSpPr>
          <p:cNvPr id="14" name="Text Placeholder 13">
            <a:extLst>
              <a:ext uri="{FF2B5EF4-FFF2-40B4-BE49-F238E27FC236}">
                <a16:creationId xmlns:a16="http://schemas.microsoft.com/office/drawing/2014/main" id="{275D2E57-3862-2753-66EF-B96B6F1F1FD9}"/>
              </a:ext>
            </a:extLst>
          </p:cNvPr>
          <p:cNvSpPr>
            <a:spLocks noGrp="1"/>
          </p:cNvSpPr>
          <p:nvPr>
            <p:ph type="body" sz="quarter" idx="27"/>
          </p:nvPr>
        </p:nvSpPr>
        <p:spPr/>
        <p:txBody>
          <a:bodyPr>
            <a:normAutofit fontScale="92500" lnSpcReduction="20000"/>
          </a:bodyPr>
          <a:lstStyle/>
          <a:p>
            <a:endParaRPr lang="en-US">
              <a:latin typeface="Funnel Sans"/>
            </a:endParaRPr>
          </a:p>
          <a:p>
            <a:r>
              <a:rPr lang="en-US">
                <a:latin typeface="Funnel Sans"/>
              </a:rPr>
              <a:t>Training details: optimizer, batch size, epochs, checkpointing</a:t>
            </a:r>
            <a:endParaRPr lang="en-US"/>
          </a:p>
          <a:p>
            <a:endParaRPr lang="en-US" dirty="0"/>
          </a:p>
        </p:txBody>
      </p:sp>
      <p:sp>
        <p:nvSpPr>
          <p:cNvPr id="11" name="Text Placeholder 10">
            <a:extLst>
              <a:ext uri="{FF2B5EF4-FFF2-40B4-BE49-F238E27FC236}">
                <a16:creationId xmlns:a16="http://schemas.microsoft.com/office/drawing/2014/main" id="{D79BC495-E9B6-C624-8D52-C40C95661EF6}"/>
              </a:ext>
            </a:extLst>
          </p:cNvPr>
          <p:cNvSpPr>
            <a:spLocks noGrp="1"/>
          </p:cNvSpPr>
          <p:nvPr>
            <p:ph type="body" sz="quarter" idx="12"/>
          </p:nvPr>
        </p:nvSpPr>
        <p:spPr/>
        <p:txBody>
          <a:bodyPr vert="horz" lIns="0" tIns="0" rIns="0" bIns="0" rtlCol="0" anchor="t">
            <a:noAutofit/>
          </a:bodyPr>
          <a:lstStyle/>
          <a:p>
            <a:r>
              <a:rPr lang="en-US" dirty="0">
                <a:latin typeface="Funnel Sans"/>
                <a:sym typeface="Georgia"/>
              </a:rPr>
              <a:t>Contains images and corresponding ground-truth saliency masks used to train the model to detect important objects in images.</a:t>
            </a:r>
            <a:endParaRPr lang="en-US" dirty="0">
              <a:latin typeface="Funnel Sans"/>
            </a:endParaRPr>
          </a:p>
        </p:txBody>
      </p:sp>
      <p:sp>
        <p:nvSpPr>
          <p:cNvPr id="40" name="Text Placeholder 39">
            <a:extLst>
              <a:ext uri="{FF2B5EF4-FFF2-40B4-BE49-F238E27FC236}">
                <a16:creationId xmlns:a16="http://schemas.microsoft.com/office/drawing/2014/main" id="{18EAD701-5DB4-1705-513F-F5A8313DB372}"/>
              </a:ext>
            </a:extLst>
          </p:cNvPr>
          <p:cNvSpPr>
            <a:spLocks noGrp="1"/>
          </p:cNvSpPr>
          <p:nvPr>
            <p:ph type="body" sz="quarter" idx="17"/>
          </p:nvPr>
        </p:nvSpPr>
        <p:spPr/>
        <p:txBody>
          <a:bodyPr/>
          <a:lstStyle/>
          <a:p>
            <a:r>
              <a:rPr lang="en-US">
                <a:latin typeface="Funnel Sans"/>
                <a:sym typeface="Georgia"/>
              </a:rPr>
              <a:t>Dataset: DUTS (images + masks)</a:t>
            </a:r>
            <a:endParaRPr lang="en-US"/>
          </a:p>
        </p:txBody>
      </p:sp>
      <p:sp>
        <p:nvSpPr>
          <p:cNvPr id="9" name="Text Placeholder 8">
            <a:extLst>
              <a:ext uri="{FF2B5EF4-FFF2-40B4-BE49-F238E27FC236}">
                <a16:creationId xmlns:a16="http://schemas.microsoft.com/office/drawing/2014/main" id="{02993995-B087-41F6-1E97-ADE58A380424}"/>
              </a:ext>
            </a:extLst>
          </p:cNvPr>
          <p:cNvSpPr>
            <a:spLocks noGrp="1"/>
          </p:cNvSpPr>
          <p:nvPr>
            <p:ph type="body" sz="quarter" idx="21"/>
          </p:nvPr>
        </p:nvSpPr>
        <p:spPr/>
        <p:txBody>
          <a:bodyPr vert="horz" lIns="0" tIns="0" rIns="0" bIns="0" rtlCol="0" anchor="t">
            <a:noAutofit/>
          </a:bodyPr>
          <a:lstStyle/>
          <a:p>
            <a:r>
              <a:rPr lang="en-US" dirty="0">
                <a:latin typeface="Funnel Sans"/>
                <a:sym typeface="Georgia"/>
              </a:rPr>
              <a:t>A convolutional neural network that compresses image features (encoder) and then reconstructs a mask (decoder) to predict salient regions.</a:t>
            </a:r>
            <a:endParaRPr lang="en-US" dirty="0">
              <a:latin typeface="Funnel Sans"/>
            </a:endParaRPr>
          </a:p>
        </p:txBody>
      </p:sp>
      <p:sp>
        <p:nvSpPr>
          <p:cNvPr id="62" name="Text Placeholder 61">
            <a:extLst>
              <a:ext uri="{FF2B5EF4-FFF2-40B4-BE49-F238E27FC236}">
                <a16:creationId xmlns:a16="http://schemas.microsoft.com/office/drawing/2014/main" id="{1AF7C2F4-45BC-E235-8A7A-DDD90394E43F}"/>
              </a:ext>
            </a:extLst>
          </p:cNvPr>
          <p:cNvSpPr>
            <a:spLocks noGrp="1"/>
          </p:cNvSpPr>
          <p:nvPr>
            <p:ph type="body" sz="quarter" idx="22"/>
          </p:nvPr>
        </p:nvSpPr>
        <p:spPr/>
        <p:txBody>
          <a:bodyPr vert="horz" lIns="0" tIns="0" rIns="0" bIns="0" rtlCol="0" anchor="t">
            <a:noAutofit/>
          </a:bodyPr>
          <a:lstStyle/>
          <a:p>
            <a:r>
              <a:rPr lang="en-US" dirty="0">
                <a:latin typeface="Funnel Sans"/>
                <a:sym typeface="Georgia"/>
              </a:rPr>
              <a:t>Combines pixel-wise error (BCE) with overlap accuracy (</a:t>
            </a:r>
            <a:r>
              <a:rPr lang="en-US" dirty="0" err="1">
                <a:latin typeface="Funnel Sans"/>
                <a:sym typeface="Georgia"/>
              </a:rPr>
              <a:t>IoU</a:t>
            </a:r>
            <a:r>
              <a:rPr lang="en-US" dirty="0">
                <a:latin typeface="Funnel Sans"/>
                <a:sym typeface="Georgia"/>
              </a:rPr>
              <a:t>) to improve mask prediction quality.</a:t>
            </a:r>
            <a:endParaRPr lang="en-US" dirty="0">
              <a:latin typeface="Funnel Sans"/>
            </a:endParaRPr>
          </a:p>
          <a:p>
            <a:endParaRPr lang="en-GB"/>
          </a:p>
        </p:txBody>
      </p:sp>
      <p:sp>
        <p:nvSpPr>
          <p:cNvPr id="63" name="Text Placeholder 62">
            <a:extLst>
              <a:ext uri="{FF2B5EF4-FFF2-40B4-BE49-F238E27FC236}">
                <a16:creationId xmlns:a16="http://schemas.microsoft.com/office/drawing/2014/main" id="{EA6FCF40-4F24-ECA6-9604-B1127F24355C}"/>
              </a:ext>
            </a:extLst>
          </p:cNvPr>
          <p:cNvSpPr>
            <a:spLocks noGrp="1"/>
          </p:cNvSpPr>
          <p:nvPr>
            <p:ph type="body" sz="quarter" idx="23"/>
          </p:nvPr>
        </p:nvSpPr>
        <p:spPr/>
        <p:txBody>
          <a:bodyPr vert="horz" lIns="0" tIns="0" rIns="0" bIns="0" rtlCol="0" anchor="t">
            <a:noAutofit/>
          </a:bodyPr>
          <a:lstStyle/>
          <a:p>
            <a:pPr marL="0" lvl="1" indent="0">
              <a:buNone/>
            </a:pPr>
            <a:r>
              <a:rPr lang="en-US" dirty="0">
                <a:latin typeface="Funnel Sans"/>
              </a:rPr>
              <a:t>Uses Adam optimizer for weight updates, processes images in batches, trains over multiple epochs, and saves checkpoints to resume or recover the best model.</a:t>
            </a:r>
          </a:p>
        </p:txBody>
      </p:sp>
      <p:sp>
        <p:nvSpPr>
          <p:cNvPr id="6" name="Title 5">
            <a:extLst>
              <a:ext uri="{FF2B5EF4-FFF2-40B4-BE49-F238E27FC236}">
                <a16:creationId xmlns:a16="http://schemas.microsoft.com/office/drawing/2014/main" id="{1168F0B3-C302-352E-14E4-2109E032FF1A}"/>
              </a:ext>
            </a:extLst>
          </p:cNvPr>
          <p:cNvSpPr>
            <a:spLocks noGrp="1"/>
          </p:cNvSpPr>
          <p:nvPr>
            <p:ph type="title"/>
          </p:nvPr>
        </p:nvSpPr>
        <p:spPr/>
        <p:txBody>
          <a:bodyPr/>
          <a:lstStyle/>
          <a:p>
            <a:r>
              <a:rPr lang="en-US" b="0" dirty="0">
                <a:latin typeface="Funnel Sans"/>
                <a:sym typeface="Georgia"/>
              </a:rPr>
              <a:t>Methods / Model</a:t>
            </a:r>
            <a:endParaRPr lang="en-US" dirty="0"/>
          </a:p>
        </p:txBody>
      </p:sp>
    </p:spTree>
    <p:extLst>
      <p:ext uri="{BB962C8B-B14F-4D97-AF65-F5344CB8AC3E}">
        <p14:creationId xmlns:p14="http://schemas.microsoft.com/office/powerpoint/2010/main" val="1948270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63940-79AC-C99F-7A03-4BCE41905F40}"/>
              </a:ext>
            </a:extLst>
          </p:cNvPr>
          <p:cNvSpPr>
            <a:spLocks noGrp="1"/>
          </p:cNvSpPr>
          <p:nvPr>
            <p:ph type="title"/>
          </p:nvPr>
        </p:nvSpPr>
        <p:spPr/>
        <p:txBody>
          <a:bodyPr/>
          <a:lstStyle/>
          <a:p>
            <a:r>
              <a:rPr lang="en-US" b="0" dirty="0"/>
              <a:t>Experiments &amp; Results</a:t>
            </a:r>
            <a:endParaRPr lang="en-US" dirty="0"/>
          </a:p>
        </p:txBody>
      </p:sp>
      <p:sp>
        <p:nvSpPr>
          <p:cNvPr id="3" name="Graphic 2">
            <a:extLst>
              <a:ext uri="{FF2B5EF4-FFF2-40B4-BE49-F238E27FC236}">
                <a16:creationId xmlns:a16="http://schemas.microsoft.com/office/drawing/2014/main" id="{FC6B9CF6-C26D-D9EB-E470-5F3159F49675}"/>
              </a:ext>
            </a:extLst>
          </p:cNvPr>
          <p:cNvSpPr/>
          <p:nvPr/>
        </p:nvSpPr>
        <p:spPr>
          <a:xfrm>
            <a:off x="925975" y="1817879"/>
            <a:ext cx="10340050" cy="4236127"/>
          </a:xfrm>
          <a:custGeom>
            <a:avLst/>
            <a:gdLst>
              <a:gd name="connsiteX0" fmla="*/ 12166287 w 12166287"/>
              <a:gd name="connsiteY0" fmla="*/ 0 h 6325584"/>
              <a:gd name="connsiteX1" fmla="*/ 11805599 w 12166287"/>
              <a:gd name="connsiteY1" fmla="*/ 291812 h 6325584"/>
              <a:gd name="connsiteX2" fmla="*/ 9771398 w 12166287"/>
              <a:gd name="connsiteY2" fmla="*/ 291812 h 6325584"/>
              <a:gd name="connsiteX3" fmla="*/ 9410711 w 12166287"/>
              <a:gd name="connsiteY3" fmla="*/ 583624 h 6325584"/>
              <a:gd name="connsiteX4" fmla="*/ 9214799 w 12166287"/>
              <a:gd name="connsiteY4" fmla="*/ 1501698 h 6325584"/>
              <a:gd name="connsiteX5" fmla="*/ 8854112 w 12166287"/>
              <a:gd name="connsiteY5" fmla="*/ 1793510 h 6325584"/>
              <a:gd name="connsiteX6" fmla="*/ 6819911 w 12166287"/>
              <a:gd name="connsiteY6" fmla="*/ 1793510 h 6325584"/>
              <a:gd name="connsiteX7" fmla="*/ 6459224 w 12166287"/>
              <a:gd name="connsiteY7" fmla="*/ 2085322 h 6325584"/>
              <a:gd name="connsiteX8" fmla="*/ 6263312 w 12166287"/>
              <a:gd name="connsiteY8" fmla="*/ 3003395 h 6325584"/>
              <a:gd name="connsiteX9" fmla="*/ 5902625 w 12166287"/>
              <a:gd name="connsiteY9" fmla="*/ 3295208 h 6325584"/>
              <a:gd name="connsiteX10" fmla="*/ 3880406 w 12166287"/>
              <a:gd name="connsiteY10" fmla="*/ 3295208 h 6325584"/>
              <a:gd name="connsiteX11" fmla="*/ 3519719 w 12166287"/>
              <a:gd name="connsiteY11" fmla="*/ 3587020 h 6325584"/>
              <a:gd name="connsiteX12" fmla="*/ 3321271 w 12166287"/>
              <a:gd name="connsiteY12" fmla="*/ 4517075 h 6325584"/>
              <a:gd name="connsiteX13" fmla="*/ 2960583 w 12166287"/>
              <a:gd name="connsiteY13" fmla="*/ 4808888 h 6325584"/>
              <a:gd name="connsiteX14" fmla="*/ 920479 w 12166287"/>
              <a:gd name="connsiteY14" fmla="*/ 4808888 h 6325584"/>
              <a:gd name="connsiteX15" fmla="*/ 559791 w 12166287"/>
              <a:gd name="connsiteY15" fmla="*/ 5100700 h 6325584"/>
              <a:gd name="connsiteX16" fmla="*/ 360687 w 12166287"/>
              <a:gd name="connsiteY16" fmla="*/ 6033773 h 6325584"/>
              <a:gd name="connsiteX17" fmla="*/ 0 w 12166287"/>
              <a:gd name="connsiteY17" fmla="*/ 6325585 h 632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66287" h="6325584">
                <a:moveTo>
                  <a:pt x="12166287" y="0"/>
                </a:moveTo>
                <a:cubicBezTo>
                  <a:pt x="12080794" y="249525"/>
                  <a:pt x="11979645" y="291812"/>
                  <a:pt x="11805599" y="291812"/>
                </a:cubicBezTo>
                <a:lnTo>
                  <a:pt x="9771398" y="291812"/>
                </a:lnTo>
                <a:cubicBezTo>
                  <a:pt x="9597395" y="291812"/>
                  <a:pt x="9447051" y="413470"/>
                  <a:pt x="9410711" y="583624"/>
                </a:cubicBezTo>
                <a:lnTo>
                  <a:pt x="9214799" y="1501698"/>
                </a:lnTo>
                <a:cubicBezTo>
                  <a:pt x="9178503" y="1671896"/>
                  <a:pt x="9028159" y="1793510"/>
                  <a:pt x="8854112" y="1793510"/>
                </a:cubicBezTo>
                <a:lnTo>
                  <a:pt x="6819911" y="1793510"/>
                </a:lnTo>
                <a:cubicBezTo>
                  <a:pt x="6645908" y="1793510"/>
                  <a:pt x="6495564" y="1915168"/>
                  <a:pt x="6459224" y="2085322"/>
                </a:cubicBezTo>
                <a:lnTo>
                  <a:pt x="6263312" y="3003395"/>
                </a:lnTo>
                <a:cubicBezTo>
                  <a:pt x="6227016" y="3173594"/>
                  <a:pt x="6076671" y="3295208"/>
                  <a:pt x="5902625" y="3295208"/>
                </a:cubicBezTo>
                <a:lnTo>
                  <a:pt x="3880406" y="3295208"/>
                </a:lnTo>
                <a:cubicBezTo>
                  <a:pt x="3706403" y="3295208"/>
                  <a:pt x="3556058" y="3416865"/>
                  <a:pt x="3519719" y="3587020"/>
                </a:cubicBezTo>
                <a:lnTo>
                  <a:pt x="3321271" y="4517075"/>
                </a:lnTo>
                <a:cubicBezTo>
                  <a:pt x="3284974" y="4687273"/>
                  <a:pt x="3134630" y="4808888"/>
                  <a:pt x="2960583" y="4808888"/>
                </a:cubicBezTo>
                <a:lnTo>
                  <a:pt x="920479" y="4808888"/>
                </a:lnTo>
                <a:cubicBezTo>
                  <a:pt x="746476" y="4808888"/>
                  <a:pt x="596131" y="4930545"/>
                  <a:pt x="559791" y="5100700"/>
                </a:cubicBezTo>
                <a:lnTo>
                  <a:pt x="360687" y="6033773"/>
                </a:lnTo>
                <a:cubicBezTo>
                  <a:pt x="324391" y="6203970"/>
                  <a:pt x="174046" y="6325585"/>
                  <a:pt x="0" y="6325585"/>
                </a:cubicBezTo>
              </a:path>
            </a:pathLst>
          </a:custGeom>
          <a:noFill/>
          <a:ln w="6350" cap="rnd">
            <a:gradFill>
              <a:gsLst>
                <a:gs pos="1000">
                  <a:schemeClr val="accent3"/>
                </a:gs>
                <a:gs pos="33000">
                  <a:schemeClr val="accent1"/>
                </a:gs>
                <a:gs pos="66000">
                  <a:schemeClr val="accent3"/>
                </a:gs>
                <a:gs pos="100000">
                  <a:schemeClr val="accent1"/>
                </a:gs>
              </a:gsLst>
              <a:lin ang="0" scaled="0"/>
            </a:grad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4C1D3592-F90E-8DB6-4AD1-4E31CDA8C4FA}"/>
              </a:ext>
            </a:extLst>
          </p:cNvPr>
          <p:cNvGrpSpPr/>
          <p:nvPr/>
        </p:nvGrpSpPr>
        <p:grpSpPr>
          <a:xfrm>
            <a:off x="1633728" y="4125864"/>
            <a:ext cx="1878372" cy="1579214"/>
            <a:chOff x="2061992" y="3735797"/>
            <a:chExt cx="1878372" cy="1579214"/>
          </a:xfrm>
        </p:grpSpPr>
        <p:grpSp>
          <p:nvGrpSpPr>
            <p:cNvPr id="5" name="Group 4">
              <a:extLst>
                <a:ext uri="{FF2B5EF4-FFF2-40B4-BE49-F238E27FC236}">
                  <a16:creationId xmlns:a16="http://schemas.microsoft.com/office/drawing/2014/main" id="{BFA898AC-F25F-9DCB-3F8E-5F2D42394585}"/>
                </a:ext>
              </a:extLst>
            </p:cNvPr>
            <p:cNvGrpSpPr/>
            <p:nvPr/>
          </p:nvGrpSpPr>
          <p:grpSpPr>
            <a:xfrm>
              <a:off x="2809622" y="3735797"/>
              <a:ext cx="383112" cy="506470"/>
              <a:chOff x="5972174" y="3290887"/>
              <a:chExt cx="247650" cy="276510"/>
            </a:xfrm>
          </p:grpSpPr>
          <p:sp>
            <p:nvSpPr>
              <p:cNvPr id="8" name="Freeform: Shape 6">
                <a:extLst>
                  <a:ext uri="{FF2B5EF4-FFF2-40B4-BE49-F238E27FC236}">
                    <a16:creationId xmlns:a16="http://schemas.microsoft.com/office/drawing/2014/main" id="{2187904E-A427-15EC-5E88-AB4F7966538B}"/>
                  </a:ext>
                </a:extLst>
              </p:cNvPr>
              <p:cNvSpPr/>
              <p:nvPr/>
            </p:nvSpPr>
            <p:spPr>
              <a:xfrm>
                <a:off x="6010274" y="3290887"/>
                <a:ext cx="209550" cy="242030"/>
              </a:xfrm>
              <a:custGeom>
                <a:avLst/>
                <a:gdLst>
                  <a:gd name="connsiteX0" fmla="*/ 0 w 209550"/>
                  <a:gd name="connsiteY0" fmla="*/ 223266 h 242030"/>
                  <a:gd name="connsiteX1" fmla="*/ 0 w 209550"/>
                  <a:gd name="connsiteY1" fmla="*/ 18669 h 242030"/>
                  <a:gd name="connsiteX2" fmla="*/ 20574 w 209550"/>
                  <a:gd name="connsiteY2" fmla="*/ 0 h 242030"/>
                  <a:gd name="connsiteX3" fmla="*/ 159925 w 209550"/>
                  <a:gd name="connsiteY3" fmla="*/ 0 h 242030"/>
                  <a:gd name="connsiteX4" fmla="*/ 209550 w 209550"/>
                  <a:gd name="connsiteY4" fmla="*/ 45053 h 242030"/>
                  <a:gd name="connsiteX5" fmla="*/ 209550 w 209550"/>
                  <a:gd name="connsiteY5" fmla="*/ 223361 h 242030"/>
                  <a:gd name="connsiteX6" fmla="*/ 188976 w 209550"/>
                  <a:gd name="connsiteY6" fmla="*/ 242030 h 242030"/>
                  <a:gd name="connsiteX7" fmla="*/ 20574 w 209550"/>
                  <a:gd name="connsiteY7" fmla="*/ 242030 h 242030"/>
                  <a:gd name="connsiteX8" fmla="*/ 0 w 209550"/>
                  <a:gd name="connsiteY8" fmla="*/ 223361 h 24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550" h="242030">
                    <a:moveTo>
                      <a:pt x="0" y="223266"/>
                    </a:moveTo>
                    <a:lnTo>
                      <a:pt x="0" y="18669"/>
                    </a:lnTo>
                    <a:cubicBezTo>
                      <a:pt x="0" y="8382"/>
                      <a:pt x="9239" y="0"/>
                      <a:pt x="20574" y="0"/>
                    </a:cubicBezTo>
                    <a:lnTo>
                      <a:pt x="159925" y="0"/>
                    </a:lnTo>
                    <a:lnTo>
                      <a:pt x="209550" y="45053"/>
                    </a:lnTo>
                    <a:lnTo>
                      <a:pt x="209550" y="223361"/>
                    </a:lnTo>
                    <a:cubicBezTo>
                      <a:pt x="209550" y="233648"/>
                      <a:pt x="200311" y="242030"/>
                      <a:pt x="188976" y="242030"/>
                    </a:cubicBezTo>
                    <a:lnTo>
                      <a:pt x="20574" y="242030"/>
                    </a:lnTo>
                    <a:cubicBezTo>
                      <a:pt x="9239" y="242030"/>
                      <a:pt x="0" y="233648"/>
                      <a:pt x="0" y="223361"/>
                    </a:cubicBezTo>
                    <a:close/>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9" name="Freeform: Shape 9">
                <a:extLst>
                  <a:ext uri="{FF2B5EF4-FFF2-40B4-BE49-F238E27FC236}">
                    <a16:creationId xmlns:a16="http://schemas.microsoft.com/office/drawing/2014/main" id="{8FBE05BB-A00D-C48D-AE1B-0764CE0DB7E2}"/>
                  </a:ext>
                </a:extLst>
              </p:cNvPr>
              <p:cNvSpPr/>
              <p:nvPr/>
            </p:nvSpPr>
            <p:spPr>
              <a:xfrm>
                <a:off x="6153149" y="3316795"/>
                <a:ext cx="38100" cy="34575"/>
              </a:xfrm>
              <a:custGeom>
                <a:avLst/>
                <a:gdLst>
                  <a:gd name="connsiteX0" fmla="*/ 38100 w 38100"/>
                  <a:gd name="connsiteY0" fmla="*/ 34576 h 34575"/>
                  <a:gd name="connsiteX1" fmla="*/ 0 w 38100"/>
                  <a:gd name="connsiteY1" fmla="*/ 34576 h 34575"/>
                  <a:gd name="connsiteX2" fmla="*/ 0 w 38100"/>
                  <a:gd name="connsiteY2" fmla="*/ 0 h 34575"/>
                </a:gdLst>
                <a:ahLst/>
                <a:cxnLst>
                  <a:cxn ang="0">
                    <a:pos x="connsiteX0" y="connsiteY0"/>
                  </a:cxn>
                  <a:cxn ang="0">
                    <a:pos x="connsiteX1" y="connsiteY1"/>
                  </a:cxn>
                  <a:cxn ang="0">
                    <a:pos x="connsiteX2" y="connsiteY2"/>
                  </a:cxn>
                </a:cxnLst>
                <a:rect l="l" t="t" r="r" b="b"/>
                <a:pathLst>
                  <a:path w="38100" h="34575">
                    <a:moveTo>
                      <a:pt x="38100" y="34576"/>
                    </a:moveTo>
                    <a:lnTo>
                      <a:pt x="0" y="34576"/>
                    </a:lnTo>
                    <a:lnTo>
                      <a:pt x="0" y="0"/>
                    </a:lnTo>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10" name="Freeform: Shape 11">
                <a:extLst>
                  <a:ext uri="{FF2B5EF4-FFF2-40B4-BE49-F238E27FC236}">
                    <a16:creationId xmlns:a16="http://schemas.microsoft.com/office/drawing/2014/main" id="{C592CBBB-C90E-B13C-4189-BE97E4F02C53}"/>
                  </a:ext>
                </a:extLst>
              </p:cNvPr>
              <p:cNvSpPr/>
              <p:nvPr/>
            </p:nvSpPr>
            <p:spPr>
              <a:xfrm>
                <a:off x="6048374" y="3342703"/>
                <a:ext cx="38100" cy="34575"/>
              </a:xfrm>
              <a:custGeom>
                <a:avLst/>
                <a:gdLst>
                  <a:gd name="connsiteX0" fmla="*/ 0 w 38100"/>
                  <a:gd name="connsiteY0" fmla="*/ 0 h 34575"/>
                  <a:gd name="connsiteX1" fmla="*/ 38100 w 38100"/>
                  <a:gd name="connsiteY1" fmla="*/ 0 h 34575"/>
                  <a:gd name="connsiteX2" fmla="*/ 38100 w 38100"/>
                  <a:gd name="connsiteY2" fmla="*/ 34576 h 34575"/>
                  <a:gd name="connsiteX3" fmla="*/ 0 w 38100"/>
                  <a:gd name="connsiteY3" fmla="*/ 34576 h 34575"/>
                </a:gdLst>
                <a:ahLst/>
                <a:cxnLst>
                  <a:cxn ang="0">
                    <a:pos x="connsiteX0" y="connsiteY0"/>
                  </a:cxn>
                  <a:cxn ang="0">
                    <a:pos x="connsiteX1" y="connsiteY1"/>
                  </a:cxn>
                  <a:cxn ang="0">
                    <a:pos x="connsiteX2" y="connsiteY2"/>
                  </a:cxn>
                  <a:cxn ang="0">
                    <a:pos x="connsiteX3" y="connsiteY3"/>
                  </a:cxn>
                </a:cxnLst>
                <a:rect l="l" t="t" r="r" b="b"/>
                <a:pathLst>
                  <a:path w="38100" h="34575">
                    <a:moveTo>
                      <a:pt x="0" y="0"/>
                    </a:moveTo>
                    <a:lnTo>
                      <a:pt x="38100" y="0"/>
                    </a:lnTo>
                    <a:lnTo>
                      <a:pt x="38100" y="34576"/>
                    </a:lnTo>
                    <a:lnTo>
                      <a:pt x="0" y="34576"/>
                    </a:lnTo>
                    <a:close/>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11" name="Freeform: Shape 14">
                <a:extLst>
                  <a:ext uri="{FF2B5EF4-FFF2-40B4-BE49-F238E27FC236}">
                    <a16:creationId xmlns:a16="http://schemas.microsoft.com/office/drawing/2014/main" id="{006C1EE9-F3B7-4617-0A1C-4D12E2740331}"/>
                  </a:ext>
                </a:extLst>
              </p:cNvPr>
              <p:cNvSpPr/>
              <p:nvPr/>
            </p:nvSpPr>
            <p:spPr>
              <a:xfrm>
                <a:off x="6048374" y="3446430"/>
                <a:ext cx="133350" cy="9525"/>
              </a:xfrm>
              <a:custGeom>
                <a:avLst/>
                <a:gdLst>
                  <a:gd name="connsiteX0" fmla="*/ 0 w 133350"/>
                  <a:gd name="connsiteY0" fmla="*/ 0 h 9525"/>
                  <a:gd name="connsiteX1" fmla="*/ 133350 w 133350"/>
                  <a:gd name="connsiteY1" fmla="*/ 0 h 9525"/>
                </a:gdLst>
                <a:ahLst/>
                <a:cxnLst>
                  <a:cxn ang="0">
                    <a:pos x="connsiteX0" y="connsiteY0"/>
                  </a:cxn>
                  <a:cxn ang="0">
                    <a:pos x="connsiteX1" y="connsiteY1"/>
                  </a:cxn>
                </a:cxnLst>
                <a:rect l="l" t="t" r="r" b="b"/>
                <a:pathLst>
                  <a:path w="133350" h="9525">
                    <a:moveTo>
                      <a:pt x="0" y="0"/>
                    </a:moveTo>
                    <a:lnTo>
                      <a:pt x="133350"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12" name="Freeform: Shape 15">
                <a:extLst>
                  <a:ext uri="{FF2B5EF4-FFF2-40B4-BE49-F238E27FC236}">
                    <a16:creationId xmlns:a16="http://schemas.microsoft.com/office/drawing/2014/main" id="{E6C0A519-FB57-B2A6-A300-037370633217}"/>
                  </a:ext>
                </a:extLst>
              </p:cNvPr>
              <p:cNvSpPr/>
              <p:nvPr/>
            </p:nvSpPr>
            <p:spPr>
              <a:xfrm>
                <a:off x="6048374" y="3481006"/>
                <a:ext cx="85725" cy="9525"/>
              </a:xfrm>
              <a:custGeom>
                <a:avLst/>
                <a:gdLst>
                  <a:gd name="connsiteX0" fmla="*/ 0 w 85725"/>
                  <a:gd name="connsiteY0" fmla="*/ 0 h 9525"/>
                  <a:gd name="connsiteX1" fmla="*/ 85725 w 85725"/>
                  <a:gd name="connsiteY1" fmla="*/ 0 h 9525"/>
                </a:gdLst>
                <a:ahLst/>
                <a:cxnLst>
                  <a:cxn ang="0">
                    <a:pos x="connsiteX0" y="connsiteY0"/>
                  </a:cxn>
                  <a:cxn ang="0">
                    <a:pos x="connsiteX1" y="connsiteY1"/>
                  </a:cxn>
                </a:cxnLst>
                <a:rect l="l" t="t" r="r" b="b"/>
                <a:pathLst>
                  <a:path w="85725" h="9525">
                    <a:moveTo>
                      <a:pt x="0" y="0"/>
                    </a:moveTo>
                    <a:lnTo>
                      <a:pt x="85725"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13" name="Freeform: Shape 26">
                <a:extLst>
                  <a:ext uri="{FF2B5EF4-FFF2-40B4-BE49-F238E27FC236}">
                    <a16:creationId xmlns:a16="http://schemas.microsoft.com/office/drawing/2014/main" id="{2504C0BD-DFA5-8101-8226-B69372CABBE4}"/>
                  </a:ext>
                </a:extLst>
              </p:cNvPr>
              <p:cNvSpPr/>
              <p:nvPr/>
            </p:nvSpPr>
            <p:spPr>
              <a:xfrm>
                <a:off x="6048374" y="3411855"/>
                <a:ext cx="133350" cy="9525"/>
              </a:xfrm>
              <a:custGeom>
                <a:avLst/>
                <a:gdLst>
                  <a:gd name="connsiteX0" fmla="*/ 0 w 133350"/>
                  <a:gd name="connsiteY0" fmla="*/ 0 h 9525"/>
                  <a:gd name="connsiteX1" fmla="*/ 133350 w 133350"/>
                  <a:gd name="connsiteY1" fmla="*/ 0 h 9525"/>
                </a:gdLst>
                <a:ahLst/>
                <a:cxnLst>
                  <a:cxn ang="0">
                    <a:pos x="connsiteX0" y="connsiteY0"/>
                  </a:cxn>
                  <a:cxn ang="0">
                    <a:pos x="connsiteX1" y="connsiteY1"/>
                  </a:cxn>
                </a:cxnLst>
                <a:rect l="l" t="t" r="r" b="b"/>
                <a:pathLst>
                  <a:path w="133350" h="9525">
                    <a:moveTo>
                      <a:pt x="0" y="0"/>
                    </a:moveTo>
                    <a:lnTo>
                      <a:pt x="133350"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14" name="Freeform: Shape 27">
                <a:extLst>
                  <a:ext uri="{FF2B5EF4-FFF2-40B4-BE49-F238E27FC236}">
                    <a16:creationId xmlns:a16="http://schemas.microsoft.com/office/drawing/2014/main" id="{9DA25434-5A75-C1DC-32C2-9B40DCA1E20B}"/>
                  </a:ext>
                </a:extLst>
              </p:cNvPr>
              <p:cNvSpPr/>
              <p:nvPr/>
            </p:nvSpPr>
            <p:spPr>
              <a:xfrm>
                <a:off x="5972174" y="3342703"/>
                <a:ext cx="171450" cy="224694"/>
              </a:xfrm>
              <a:custGeom>
                <a:avLst/>
                <a:gdLst>
                  <a:gd name="connsiteX0" fmla="*/ 171450 w 171450"/>
                  <a:gd name="connsiteY0" fmla="*/ 224695 h 224694"/>
                  <a:gd name="connsiteX1" fmla="*/ 31718 w 171450"/>
                  <a:gd name="connsiteY1" fmla="*/ 224695 h 224694"/>
                  <a:gd name="connsiteX2" fmla="*/ 0 w 171450"/>
                  <a:gd name="connsiteY2" fmla="*/ 195929 h 224694"/>
                  <a:gd name="connsiteX3" fmla="*/ 0 w 171450"/>
                  <a:gd name="connsiteY3" fmla="*/ 0 h 224694"/>
                </a:gdLst>
                <a:ahLst/>
                <a:cxnLst>
                  <a:cxn ang="0">
                    <a:pos x="connsiteX0" y="connsiteY0"/>
                  </a:cxn>
                  <a:cxn ang="0">
                    <a:pos x="connsiteX1" y="connsiteY1"/>
                  </a:cxn>
                  <a:cxn ang="0">
                    <a:pos x="connsiteX2" y="connsiteY2"/>
                  </a:cxn>
                  <a:cxn ang="0">
                    <a:pos x="connsiteX3" y="connsiteY3"/>
                  </a:cxn>
                </a:cxnLst>
                <a:rect l="l" t="t" r="r" b="b"/>
                <a:pathLst>
                  <a:path w="171450" h="224694">
                    <a:moveTo>
                      <a:pt x="171450" y="224695"/>
                    </a:moveTo>
                    <a:lnTo>
                      <a:pt x="31718" y="224695"/>
                    </a:lnTo>
                    <a:cubicBezTo>
                      <a:pt x="14192" y="224695"/>
                      <a:pt x="0" y="211836"/>
                      <a:pt x="0" y="195929"/>
                    </a:cubicBezTo>
                    <a:lnTo>
                      <a:pt x="0" y="0"/>
                    </a:lnTo>
                  </a:path>
                </a:pathLst>
              </a:custGeom>
              <a:noFill/>
              <a:ln w="9525" cap="flat">
                <a:solidFill>
                  <a:schemeClr val="bg1"/>
                </a:solidFill>
                <a:prstDash val="solid"/>
                <a:miter/>
              </a:ln>
            </p:spPr>
            <p:txBody>
              <a:bodyPr rtlCol="0" anchor="ctr"/>
              <a:lstStyle/>
              <a:p>
                <a:endParaRPr lang="en-IN">
                  <a:latin typeface="Funnel Sans" pitchFamily="2" charset="0"/>
                </a:endParaRPr>
              </a:p>
            </p:txBody>
          </p:sp>
        </p:grpSp>
        <p:sp>
          <p:nvSpPr>
            <p:cNvPr id="6" name="TextBox 5">
              <a:extLst>
                <a:ext uri="{FF2B5EF4-FFF2-40B4-BE49-F238E27FC236}">
                  <a16:creationId xmlns:a16="http://schemas.microsoft.com/office/drawing/2014/main" id="{0D8D6C1D-D8D0-EF0E-5F06-5DAAD94A8B60}"/>
                </a:ext>
              </a:extLst>
            </p:cNvPr>
            <p:cNvSpPr txBox="1"/>
            <p:nvPr/>
          </p:nvSpPr>
          <p:spPr>
            <a:xfrm>
              <a:off x="2061992" y="4884124"/>
              <a:ext cx="1878372" cy="430887"/>
            </a:xfrm>
            <a:prstGeom prst="rect">
              <a:avLst/>
            </a:prstGeom>
            <a:noFill/>
          </p:spPr>
          <p:txBody>
            <a:bodyPr wrap="square" lIns="0" tIns="0" rIns="0" bIns="0" anchor="t">
              <a:spAutoFit/>
            </a:bodyPr>
            <a:lstStyle/>
            <a:p>
              <a:pPr algn="ctr">
                <a:spcAft>
                  <a:spcPts val="600"/>
                </a:spcAft>
                <a:defRPr/>
              </a:pPr>
              <a:r>
                <a:rPr lang="fr-FR" dirty="0">
                  <a:solidFill>
                    <a:schemeClr val="bg1"/>
                  </a:solidFill>
                </a:rPr>
                <a:t>Baseline vs </a:t>
              </a:r>
              <a:r>
                <a:rPr lang="fr-FR" dirty="0" err="1">
                  <a:solidFill>
                    <a:schemeClr val="bg1"/>
                  </a:solidFill>
                </a:rPr>
                <a:t>Improved</a:t>
              </a:r>
              <a:r>
                <a:rPr lang="fr-FR" dirty="0">
                  <a:solidFill>
                    <a:schemeClr val="bg1"/>
                  </a:solidFill>
                </a:rPr>
                <a:t> model (</a:t>
              </a:r>
              <a:r>
                <a:rPr lang="fr-FR" dirty="0" err="1">
                  <a:solidFill>
                    <a:schemeClr val="bg1"/>
                  </a:solidFill>
                </a:rPr>
                <a:t>briefly</a:t>
              </a:r>
              <a:r>
                <a:rPr lang="fr-FR" dirty="0">
                  <a:solidFill>
                    <a:schemeClr val="bg1"/>
                  </a:solidFill>
                </a:rPr>
                <a:t>)</a:t>
              </a:r>
              <a:endParaRPr lang="en-US" dirty="0">
                <a:solidFill>
                  <a:schemeClr val="bg1"/>
                </a:solidFill>
              </a:endParaRPr>
            </a:p>
          </p:txBody>
        </p:sp>
        <p:sp>
          <p:nvSpPr>
            <p:cNvPr id="7" name="Oval 6">
              <a:extLst>
                <a:ext uri="{FF2B5EF4-FFF2-40B4-BE49-F238E27FC236}">
                  <a16:creationId xmlns:a16="http://schemas.microsoft.com/office/drawing/2014/main" id="{A592CE7B-5DD8-AE58-721B-1313B98B8C06}"/>
                </a:ext>
              </a:extLst>
            </p:cNvPr>
            <p:cNvSpPr/>
            <p:nvPr/>
          </p:nvSpPr>
          <p:spPr>
            <a:xfrm>
              <a:off x="2897628" y="4551592"/>
              <a:ext cx="207100" cy="207100"/>
            </a:xfrm>
            <a:prstGeom prst="ellipse">
              <a:avLst/>
            </a:prstGeom>
            <a:solidFill>
              <a:schemeClr val="accent3"/>
            </a:solidFill>
            <a:ln w="539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latin typeface="Funnel Sans" pitchFamily="2" charset="0"/>
              </a:endParaRPr>
            </a:p>
          </p:txBody>
        </p:sp>
      </p:grpSp>
      <p:grpSp>
        <p:nvGrpSpPr>
          <p:cNvPr id="15" name="Group 14">
            <a:extLst>
              <a:ext uri="{FF2B5EF4-FFF2-40B4-BE49-F238E27FC236}">
                <a16:creationId xmlns:a16="http://schemas.microsoft.com/office/drawing/2014/main" id="{CC499E0F-EF93-7992-645B-3471527B978F}"/>
              </a:ext>
            </a:extLst>
          </p:cNvPr>
          <p:cNvGrpSpPr/>
          <p:nvPr/>
        </p:nvGrpSpPr>
        <p:grpSpPr>
          <a:xfrm>
            <a:off x="4259910" y="3114945"/>
            <a:ext cx="1610630" cy="1794658"/>
            <a:chOff x="4505923" y="2605388"/>
            <a:chExt cx="1610630" cy="1794658"/>
          </a:xfrm>
        </p:grpSpPr>
        <p:grpSp>
          <p:nvGrpSpPr>
            <p:cNvPr id="16" name="Group 15">
              <a:extLst>
                <a:ext uri="{FF2B5EF4-FFF2-40B4-BE49-F238E27FC236}">
                  <a16:creationId xmlns:a16="http://schemas.microsoft.com/office/drawing/2014/main" id="{25E05DC4-D3F5-2729-8978-B7B86973F03D}"/>
                </a:ext>
              </a:extLst>
            </p:cNvPr>
            <p:cNvGrpSpPr/>
            <p:nvPr/>
          </p:nvGrpSpPr>
          <p:grpSpPr>
            <a:xfrm>
              <a:off x="5119682" y="2605388"/>
              <a:ext cx="383112" cy="506470"/>
              <a:chOff x="5972174" y="3290887"/>
              <a:chExt cx="247650" cy="276510"/>
            </a:xfrm>
          </p:grpSpPr>
          <p:sp>
            <p:nvSpPr>
              <p:cNvPr id="19" name="Freeform: Shape 31">
                <a:extLst>
                  <a:ext uri="{FF2B5EF4-FFF2-40B4-BE49-F238E27FC236}">
                    <a16:creationId xmlns:a16="http://schemas.microsoft.com/office/drawing/2014/main" id="{76098928-615B-A744-DE9C-86E2AB5B54B0}"/>
                  </a:ext>
                </a:extLst>
              </p:cNvPr>
              <p:cNvSpPr/>
              <p:nvPr/>
            </p:nvSpPr>
            <p:spPr>
              <a:xfrm>
                <a:off x="6010274" y="3290887"/>
                <a:ext cx="209550" cy="242030"/>
              </a:xfrm>
              <a:custGeom>
                <a:avLst/>
                <a:gdLst>
                  <a:gd name="connsiteX0" fmla="*/ 0 w 209550"/>
                  <a:gd name="connsiteY0" fmla="*/ 223266 h 242030"/>
                  <a:gd name="connsiteX1" fmla="*/ 0 w 209550"/>
                  <a:gd name="connsiteY1" fmla="*/ 18669 h 242030"/>
                  <a:gd name="connsiteX2" fmla="*/ 20574 w 209550"/>
                  <a:gd name="connsiteY2" fmla="*/ 0 h 242030"/>
                  <a:gd name="connsiteX3" fmla="*/ 159925 w 209550"/>
                  <a:gd name="connsiteY3" fmla="*/ 0 h 242030"/>
                  <a:gd name="connsiteX4" fmla="*/ 209550 w 209550"/>
                  <a:gd name="connsiteY4" fmla="*/ 45053 h 242030"/>
                  <a:gd name="connsiteX5" fmla="*/ 209550 w 209550"/>
                  <a:gd name="connsiteY5" fmla="*/ 223361 h 242030"/>
                  <a:gd name="connsiteX6" fmla="*/ 188976 w 209550"/>
                  <a:gd name="connsiteY6" fmla="*/ 242030 h 242030"/>
                  <a:gd name="connsiteX7" fmla="*/ 20574 w 209550"/>
                  <a:gd name="connsiteY7" fmla="*/ 242030 h 242030"/>
                  <a:gd name="connsiteX8" fmla="*/ 0 w 209550"/>
                  <a:gd name="connsiteY8" fmla="*/ 223361 h 24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550" h="242030">
                    <a:moveTo>
                      <a:pt x="0" y="223266"/>
                    </a:moveTo>
                    <a:lnTo>
                      <a:pt x="0" y="18669"/>
                    </a:lnTo>
                    <a:cubicBezTo>
                      <a:pt x="0" y="8382"/>
                      <a:pt x="9239" y="0"/>
                      <a:pt x="20574" y="0"/>
                    </a:cubicBezTo>
                    <a:lnTo>
                      <a:pt x="159925" y="0"/>
                    </a:lnTo>
                    <a:lnTo>
                      <a:pt x="209550" y="45053"/>
                    </a:lnTo>
                    <a:lnTo>
                      <a:pt x="209550" y="223361"/>
                    </a:lnTo>
                    <a:cubicBezTo>
                      <a:pt x="209550" y="233648"/>
                      <a:pt x="200311" y="242030"/>
                      <a:pt x="188976" y="242030"/>
                    </a:cubicBezTo>
                    <a:lnTo>
                      <a:pt x="20574" y="242030"/>
                    </a:lnTo>
                    <a:cubicBezTo>
                      <a:pt x="9239" y="242030"/>
                      <a:pt x="0" y="233648"/>
                      <a:pt x="0" y="223361"/>
                    </a:cubicBezTo>
                    <a:close/>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20" name="Freeform: Shape 32">
                <a:extLst>
                  <a:ext uri="{FF2B5EF4-FFF2-40B4-BE49-F238E27FC236}">
                    <a16:creationId xmlns:a16="http://schemas.microsoft.com/office/drawing/2014/main" id="{DDD8CD8C-846E-FFBB-6B08-41CF5CA17C1B}"/>
                  </a:ext>
                </a:extLst>
              </p:cNvPr>
              <p:cNvSpPr/>
              <p:nvPr/>
            </p:nvSpPr>
            <p:spPr>
              <a:xfrm>
                <a:off x="6153149" y="3316795"/>
                <a:ext cx="38100" cy="34575"/>
              </a:xfrm>
              <a:custGeom>
                <a:avLst/>
                <a:gdLst>
                  <a:gd name="connsiteX0" fmla="*/ 38100 w 38100"/>
                  <a:gd name="connsiteY0" fmla="*/ 34576 h 34575"/>
                  <a:gd name="connsiteX1" fmla="*/ 0 w 38100"/>
                  <a:gd name="connsiteY1" fmla="*/ 34576 h 34575"/>
                  <a:gd name="connsiteX2" fmla="*/ 0 w 38100"/>
                  <a:gd name="connsiteY2" fmla="*/ 0 h 34575"/>
                </a:gdLst>
                <a:ahLst/>
                <a:cxnLst>
                  <a:cxn ang="0">
                    <a:pos x="connsiteX0" y="connsiteY0"/>
                  </a:cxn>
                  <a:cxn ang="0">
                    <a:pos x="connsiteX1" y="connsiteY1"/>
                  </a:cxn>
                  <a:cxn ang="0">
                    <a:pos x="connsiteX2" y="connsiteY2"/>
                  </a:cxn>
                </a:cxnLst>
                <a:rect l="l" t="t" r="r" b="b"/>
                <a:pathLst>
                  <a:path w="38100" h="34575">
                    <a:moveTo>
                      <a:pt x="38100" y="34576"/>
                    </a:moveTo>
                    <a:lnTo>
                      <a:pt x="0" y="34576"/>
                    </a:lnTo>
                    <a:lnTo>
                      <a:pt x="0" y="0"/>
                    </a:lnTo>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21" name="Freeform: Shape 33">
                <a:extLst>
                  <a:ext uri="{FF2B5EF4-FFF2-40B4-BE49-F238E27FC236}">
                    <a16:creationId xmlns:a16="http://schemas.microsoft.com/office/drawing/2014/main" id="{D7590E46-2BFC-4D69-8504-4330F957467A}"/>
                  </a:ext>
                </a:extLst>
              </p:cNvPr>
              <p:cNvSpPr/>
              <p:nvPr/>
            </p:nvSpPr>
            <p:spPr>
              <a:xfrm>
                <a:off x="6048374" y="3342703"/>
                <a:ext cx="38100" cy="34575"/>
              </a:xfrm>
              <a:custGeom>
                <a:avLst/>
                <a:gdLst>
                  <a:gd name="connsiteX0" fmla="*/ 0 w 38100"/>
                  <a:gd name="connsiteY0" fmla="*/ 0 h 34575"/>
                  <a:gd name="connsiteX1" fmla="*/ 38100 w 38100"/>
                  <a:gd name="connsiteY1" fmla="*/ 0 h 34575"/>
                  <a:gd name="connsiteX2" fmla="*/ 38100 w 38100"/>
                  <a:gd name="connsiteY2" fmla="*/ 34576 h 34575"/>
                  <a:gd name="connsiteX3" fmla="*/ 0 w 38100"/>
                  <a:gd name="connsiteY3" fmla="*/ 34576 h 34575"/>
                </a:gdLst>
                <a:ahLst/>
                <a:cxnLst>
                  <a:cxn ang="0">
                    <a:pos x="connsiteX0" y="connsiteY0"/>
                  </a:cxn>
                  <a:cxn ang="0">
                    <a:pos x="connsiteX1" y="connsiteY1"/>
                  </a:cxn>
                  <a:cxn ang="0">
                    <a:pos x="connsiteX2" y="connsiteY2"/>
                  </a:cxn>
                  <a:cxn ang="0">
                    <a:pos x="connsiteX3" y="connsiteY3"/>
                  </a:cxn>
                </a:cxnLst>
                <a:rect l="l" t="t" r="r" b="b"/>
                <a:pathLst>
                  <a:path w="38100" h="34575">
                    <a:moveTo>
                      <a:pt x="0" y="0"/>
                    </a:moveTo>
                    <a:lnTo>
                      <a:pt x="38100" y="0"/>
                    </a:lnTo>
                    <a:lnTo>
                      <a:pt x="38100" y="34576"/>
                    </a:lnTo>
                    <a:lnTo>
                      <a:pt x="0" y="34576"/>
                    </a:lnTo>
                    <a:close/>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22" name="Freeform: Shape 34">
                <a:extLst>
                  <a:ext uri="{FF2B5EF4-FFF2-40B4-BE49-F238E27FC236}">
                    <a16:creationId xmlns:a16="http://schemas.microsoft.com/office/drawing/2014/main" id="{18866E66-19C9-6B2C-10E4-B786FE0147FA}"/>
                  </a:ext>
                </a:extLst>
              </p:cNvPr>
              <p:cNvSpPr/>
              <p:nvPr/>
            </p:nvSpPr>
            <p:spPr>
              <a:xfrm>
                <a:off x="6048374" y="3446430"/>
                <a:ext cx="133350" cy="9525"/>
              </a:xfrm>
              <a:custGeom>
                <a:avLst/>
                <a:gdLst>
                  <a:gd name="connsiteX0" fmla="*/ 0 w 133350"/>
                  <a:gd name="connsiteY0" fmla="*/ 0 h 9525"/>
                  <a:gd name="connsiteX1" fmla="*/ 133350 w 133350"/>
                  <a:gd name="connsiteY1" fmla="*/ 0 h 9525"/>
                </a:gdLst>
                <a:ahLst/>
                <a:cxnLst>
                  <a:cxn ang="0">
                    <a:pos x="connsiteX0" y="connsiteY0"/>
                  </a:cxn>
                  <a:cxn ang="0">
                    <a:pos x="connsiteX1" y="connsiteY1"/>
                  </a:cxn>
                </a:cxnLst>
                <a:rect l="l" t="t" r="r" b="b"/>
                <a:pathLst>
                  <a:path w="133350" h="9525">
                    <a:moveTo>
                      <a:pt x="0" y="0"/>
                    </a:moveTo>
                    <a:lnTo>
                      <a:pt x="133350"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23" name="Freeform: Shape 35">
                <a:extLst>
                  <a:ext uri="{FF2B5EF4-FFF2-40B4-BE49-F238E27FC236}">
                    <a16:creationId xmlns:a16="http://schemas.microsoft.com/office/drawing/2014/main" id="{A1843CE5-3682-FE9B-3047-0BE679388895}"/>
                  </a:ext>
                </a:extLst>
              </p:cNvPr>
              <p:cNvSpPr/>
              <p:nvPr/>
            </p:nvSpPr>
            <p:spPr>
              <a:xfrm>
                <a:off x="6048374" y="3481006"/>
                <a:ext cx="85725" cy="9525"/>
              </a:xfrm>
              <a:custGeom>
                <a:avLst/>
                <a:gdLst>
                  <a:gd name="connsiteX0" fmla="*/ 0 w 85725"/>
                  <a:gd name="connsiteY0" fmla="*/ 0 h 9525"/>
                  <a:gd name="connsiteX1" fmla="*/ 85725 w 85725"/>
                  <a:gd name="connsiteY1" fmla="*/ 0 h 9525"/>
                </a:gdLst>
                <a:ahLst/>
                <a:cxnLst>
                  <a:cxn ang="0">
                    <a:pos x="connsiteX0" y="connsiteY0"/>
                  </a:cxn>
                  <a:cxn ang="0">
                    <a:pos x="connsiteX1" y="connsiteY1"/>
                  </a:cxn>
                </a:cxnLst>
                <a:rect l="l" t="t" r="r" b="b"/>
                <a:pathLst>
                  <a:path w="85725" h="9525">
                    <a:moveTo>
                      <a:pt x="0" y="0"/>
                    </a:moveTo>
                    <a:lnTo>
                      <a:pt x="85725"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24" name="Freeform: Shape 36">
                <a:extLst>
                  <a:ext uri="{FF2B5EF4-FFF2-40B4-BE49-F238E27FC236}">
                    <a16:creationId xmlns:a16="http://schemas.microsoft.com/office/drawing/2014/main" id="{462E32FA-FC3D-A086-269E-FEBC8346D7C5}"/>
                  </a:ext>
                </a:extLst>
              </p:cNvPr>
              <p:cNvSpPr/>
              <p:nvPr/>
            </p:nvSpPr>
            <p:spPr>
              <a:xfrm>
                <a:off x="6048374" y="3411855"/>
                <a:ext cx="133350" cy="9525"/>
              </a:xfrm>
              <a:custGeom>
                <a:avLst/>
                <a:gdLst>
                  <a:gd name="connsiteX0" fmla="*/ 0 w 133350"/>
                  <a:gd name="connsiteY0" fmla="*/ 0 h 9525"/>
                  <a:gd name="connsiteX1" fmla="*/ 133350 w 133350"/>
                  <a:gd name="connsiteY1" fmla="*/ 0 h 9525"/>
                </a:gdLst>
                <a:ahLst/>
                <a:cxnLst>
                  <a:cxn ang="0">
                    <a:pos x="connsiteX0" y="connsiteY0"/>
                  </a:cxn>
                  <a:cxn ang="0">
                    <a:pos x="connsiteX1" y="connsiteY1"/>
                  </a:cxn>
                </a:cxnLst>
                <a:rect l="l" t="t" r="r" b="b"/>
                <a:pathLst>
                  <a:path w="133350" h="9525">
                    <a:moveTo>
                      <a:pt x="0" y="0"/>
                    </a:moveTo>
                    <a:lnTo>
                      <a:pt x="133350"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25" name="Freeform: Shape 37">
                <a:extLst>
                  <a:ext uri="{FF2B5EF4-FFF2-40B4-BE49-F238E27FC236}">
                    <a16:creationId xmlns:a16="http://schemas.microsoft.com/office/drawing/2014/main" id="{1B22C916-6697-3DAB-900F-B83D7DAD3959}"/>
                  </a:ext>
                </a:extLst>
              </p:cNvPr>
              <p:cNvSpPr/>
              <p:nvPr/>
            </p:nvSpPr>
            <p:spPr>
              <a:xfrm>
                <a:off x="5972174" y="3342703"/>
                <a:ext cx="171450" cy="224694"/>
              </a:xfrm>
              <a:custGeom>
                <a:avLst/>
                <a:gdLst>
                  <a:gd name="connsiteX0" fmla="*/ 171450 w 171450"/>
                  <a:gd name="connsiteY0" fmla="*/ 224695 h 224694"/>
                  <a:gd name="connsiteX1" fmla="*/ 31718 w 171450"/>
                  <a:gd name="connsiteY1" fmla="*/ 224695 h 224694"/>
                  <a:gd name="connsiteX2" fmla="*/ 0 w 171450"/>
                  <a:gd name="connsiteY2" fmla="*/ 195929 h 224694"/>
                  <a:gd name="connsiteX3" fmla="*/ 0 w 171450"/>
                  <a:gd name="connsiteY3" fmla="*/ 0 h 224694"/>
                </a:gdLst>
                <a:ahLst/>
                <a:cxnLst>
                  <a:cxn ang="0">
                    <a:pos x="connsiteX0" y="connsiteY0"/>
                  </a:cxn>
                  <a:cxn ang="0">
                    <a:pos x="connsiteX1" y="connsiteY1"/>
                  </a:cxn>
                  <a:cxn ang="0">
                    <a:pos x="connsiteX2" y="connsiteY2"/>
                  </a:cxn>
                  <a:cxn ang="0">
                    <a:pos x="connsiteX3" y="connsiteY3"/>
                  </a:cxn>
                </a:cxnLst>
                <a:rect l="l" t="t" r="r" b="b"/>
                <a:pathLst>
                  <a:path w="171450" h="224694">
                    <a:moveTo>
                      <a:pt x="171450" y="224695"/>
                    </a:moveTo>
                    <a:lnTo>
                      <a:pt x="31718" y="224695"/>
                    </a:lnTo>
                    <a:cubicBezTo>
                      <a:pt x="14192" y="224695"/>
                      <a:pt x="0" y="211836"/>
                      <a:pt x="0" y="195929"/>
                    </a:cubicBezTo>
                    <a:lnTo>
                      <a:pt x="0" y="0"/>
                    </a:lnTo>
                  </a:path>
                </a:pathLst>
              </a:custGeom>
              <a:noFill/>
              <a:ln w="9525" cap="flat">
                <a:solidFill>
                  <a:schemeClr val="bg1"/>
                </a:solidFill>
                <a:prstDash val="solid"/>
                <a:miter/>
              </a:ln>
            </p:spPr>
            <p:txBody>
              <a:bodyPr rtlCol="0" anchor="ctr"/>
              <a:lstStyle/>
              <a:p>
                <a:endParaRPr lang="en-IN">
                  <a:latin typeface="Funnel Sans" pitchFamily="2" charset="0"/>
                </a:endParaRPr>
              </a:p>
            </p:txBody>
          </p:sp>
        </p:grpSp>
        <p:sp>
          <p:nvSpPr>
            <p:cNvPr id="17" name="TextBox 16">
              <a:extLst>
                <a:ext uri="{FF2B5EF4-FFF2-40B4-BE49-F238E27FC236}">
                  <a16:creationId xmlns:a16="http://schemas.microsoft.com/office/drawing/2014/main" id="{CA8279EC-FBE5-7353-B9EA-AE63255B7161}"/>
                </a:ext>
              </a:extLst>
            </p:cNvPr>
            <p:cNvSpPr txBox="1"/>
            <p:nvPr/>
          </p:nvSpPr>
          <p:spPr>
            <a:xfrm>
              <a:off x="4505923" y="3753715"/>
              <a:ext cx="1610630" cy="646331"/>
            </a:xfrm>
            <a:prstGeom prst="rect">
              <a:avLst/>
            </a:prstGeom>
            <a:noFill/>
          </p:spPr>
          <p:txBody>
            <a:bodyPr wrap="square" lIns="0" tIns="0" rIns="0" bIns="0" anchor="t">
              <a:spAutoFit/>
            </a:bodyPr>
            <a:lstStyle/>
            <a:p>
              <a:pPr algn="ctr">
                <a:spcAft>
                  <a:spcPts val="600"/>
                </a:spcAft>
                <a:defRPr/>
              </a:pPr>
              <a:r>
                <a:rPr lang="fr-FR" dirty="0" err="1">
                  <a:solidFill>
                    <a:schemeClr val="bg1"/>
                  </a:solidFill>
                </a:rPr>
                <a:t>Metrics</a:t>
              </a:r>
              <a:r>
                <a:rPr lang="fr-FR" dirty="0">
                  <a:solidFill>
                    <a:schemeClr val="bg1"/>
                  </a:solidFill>
                </a:rPr>
                <a:t>: </a:t>
              </a:r>
              <a:r>
                <a:rPr lang="fr-FR" dirty="0" err="1">
                  <a:solidFill>
                    <a:schemeClr val="bg1"/>
                  </a:solidFill>
                </a:rPr>
                <a:t>IoU</a:t>
              </a:r>
              <a:r>
                <a:rPr lang="fr-FR" dirty="0">
                  <a:solidFill>
                    <a:schemeClr val="bg1"/>
                  </a:solidFill>
                </a:rPr>
                <a:t>, </a:t>
              </a:r>
              <a:r>
                <a:rPr lang="fr-FR" dirty="0" err="1">
                  <a:solidFill>
                    <a:schemeClr val="bg1"/>
                  </a:solidFill>
                </a:rPr>
                <a:t>Precision</a:t>
              </a:r>
              <a:r>
                <a:rPr lang="fr-FR" dirty="0">
                  <a:solidFill>
                    <a:schemeClr val="bg1"/>
                  </a:solidFill>
                </a:rPr>
                <a:t>, </a:t>
              </a:r>
              <a:r>
                <a:rPr lang="fr-FR" dirty="0" err="1">
                  <a:solidFill>
                    <a:schemeClr val="bg1"/>
                  </a:solidFill>
                </a:rPr>
                <a:t>Recall</a:t>
              </a:r>
              <a:r>
                <a:rPr lang="fr-FR" dirty="0">
                  <a:solidFill>
                    <a:schemeClr val="bg1"/>
                  </a:solidFill>
                </a:rPr>
                <a:t>, F1, MAE</a:t>
              </a:r>
              <a:endParaRPr lang="en-US" dirty="0">
                <a:solidFill>
                  <a:schemeClr val="bg1"/>
                </a:solidFill>
              </a:endParaRPr>
            </a:p>
          </p:txBody>
        </p:sp>
        <p:sp>
          <p:nvSpPr>
            <p:cNvPr id="18" name="Oval 17">
              <a:extLst>
                <a:ext uri="{FF2B5EF4-FFF2-40B4-BE49-F238E27FC236}">
                  <a16:creationId xmlns:a16="http://schemas.microsoft.com/office/drawing/2014/main" id="{36E33E7A-AF23-8CF9-9B42-29E6E3574BAE}"/>
                </a:ext>
              </a:extLst>
            </p:cNvPr>
            <p:cNvSpPr/>
            <p:nvPr/>
          </p:nvSpPr>
          <p:spPr>
            <a:xfrm>
              <a:off x="5207688" y="3421183"/>
              <a:ext cx="207100" cy="207100"/>
            </a:xfrm>
            <a:prstGeom prst="ellipse">
              <a:avLst/>
            </a:prstGeom>
            <a:solidFill>
              <a:schemeClr val="accent1"/>
            </a:solidFill>
            <a:ln w="539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latin typeface="Funnel Sans" pitchFamily="2" charset="0"/>
              </a:endParaRPr>
            </a:p>
          </p:txBody>
        </p:sp>
      </p:grpSp>
      <p:grpSp>
        <p:nvGrpSpPr>
          <p:cNvPr id="26" name="Group 25">
            <a:extLst>
              <a:ext uri="{FF2B5EF4-FFF2-40B4-BE49-F238E27FC236}">
                <a16:creationId xmlns:a16="http://schemas.microsoft.com/office/drawing/2014/main" id="{54C4EABC-930B-8139-0095-627BA4A4F4F6}"/>
              </a:ext>
            </a:extLst>
          </p:cNvPr>
          <p:cNvGrpSpPr/>
          <p:nvPr/>
        </p:nvGrpSpPr>
        <p:grpSpPr>
          <a:xfrm>
            <a:off x="6767362" y="2104025"/>
            <a:ext cx="1580348" cy="1794658"/>
            <a:chOff x="4521064" y="2605388"/>
            <a:chExt cx="1580348" cy="1794658"/>
          </a:xfrm>
        </p:grpSpPr>
        <p:grpSp>
          <p:nvGrpSpPr>
            <p:cNvPr id="27" name="Group 26">
              <a:extLst>
                <a:ext uri="{FF2B5EF4-FFF2-40B4-BE49-F238E27FC236}">
                  <a16:creationId xmlns:a16="http://schemas.microsoft.com/office/drawing/2014/main" id="{A20B22AC-67C8-84C1-4771-FC74BB22E8CE}"/>
                </a:ext>
              </a:extLst>
            </p:cNvPr>
            <p:cNvGrpSpPr/>
            <p:nvPr/>
          </p:nvGrpSpPr>
          <p:grpSpPr>
            <a:xfrm>
              <a:off x="5119682" y="2605388"/>
              <a:ext cx="383112" cy="506470"/>
              <a:chOff x="5972174" y="3290887"/>
              <a:chExt cx="247650" cy="276510"/>
            </a:xfrm>
          </p:grpSpPr>
          <p:sp>
            <p:nvSpPr>
              <p:cNvPr id="30" name="Freeform: Shape 46">
                <a:extLst>
                  <a:ext uri="{FF2B5EF4-FFF2-40B4-BE49-F238E27FC236}">
                    <a16:creationId xmlns:a16="http://schemas.microsoft.com/office/drawing/2014/main" id="{F7771386-BE18-0324-30DD-9BF2A8F70A57}"/>
                  </a:ext>
                </a:extLst>
              </p:cNvPr>
              <p:cNvSpPr/>
              <p:nvPr/>
            </p:nvSpPr>
            <p:spPr>
              <a:xfrm>
                <a:off x="6010274" y="3290887"/>
                <a:ext cx="209550" cy="242030"/>
              </a:xfrm>
              <a:custGeom>
                <a:avLst/>
                <a:gdLst>
                  <a:gd name="connsiteX0" fmla="*/ 0 w 209550"/>
                  <a:gd name="connsiteY0" fmla="*/ 223266 h 242030"/>
                  <a:gd name="connsiteX1" fmla="*/ 0 w 209550"/>
                  <a:gd name="connsiteY1" fmla="*/ 18669 h 242030"/>
                  <a:gd name="connsiteX2" fmla="*/ 20574 w 209550"/>
                  <a:gd name="connsiteY2" fmla="*/ 0 h 242030"/>
                  <a:gd name="connsiteX3" fmla="*/ 159925 w 209550"/>
                  <a:gd name="connsiteY3" fmla="*/ 0 h 242030"/>
                  <a:gd name="connsiteX4" fmla="*/ 209550 w 209550"/>
                  <a:gd name="connsiteY4" fmla="*/ 45053 h 242030"/>
                  <a:gd name="connsiteX5" fmla="*/ 209550 w 209550"/>
                  <a:gd name="connsiteY5" fmla="*/ 223361 h 242030"/>
                  <a:gd name="connsiteX6" fmla="*/ 188976 w 209550"/>
                  <a:gd name="connsiteY6" fmla="*/ 242030 h 242030"/>
                  <a:gd name="connsiteX7" fmla="*/ 20574 w 209550"/>
                  <a:gd name="connsiteY7" fmla="*/ 242030 h 242030"/>
                  <a:gd name="connsiteX8" fmla="*/ 0 w 209550"/>
                  <a:gd name="connsiteY8" fmla="*/ 223361 h 24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550" h="242030">
                    <a:moveTo>
                      <a:pt x="0" y="223266"/>
                    </a:moveTo>
                    <a:lnTo>
                      <a:pt x="0" y="18669"/>
                    </a:lnTo>
                    <a:cubicBezTo>
                      <a:pt x="0" y="8382"/>
                      <a:pt x="9239" y="0"/>
                      <a:pt x="20574" y="0"/>
                    </a:cubicBezTo>
                    <a:lnTo>
                      <a:pt x="159925" y="0"/>
                    </a:lnTo>
                    <a:lnTo>
                      <a:pt x="209550" y="45053"/>
                    </a:lnTo>
                    <a:lnTo>
                      <a:pt x="209550" y="223361"/>
                    </a:lnTo>
                    <a:cubicBezTo>
                      <a:pt x="209550" y="233648"/>
                      <a:pt x="200311" y="242030"/>
                      <a:pt x="188976" y="242030"/>
                    </a:cubicBezTo>
                    <a:lnTo>
                      <a:pt x="20574" y="242030"/>
                    </a:lnTo>
                    <a:cubicBezTo>
                      <a:pt x="9239" y="242030"/>
                      <a:pt x="0" y="233648"/>
                      <a:pt x="0" y="223361"/>
                    </a:cubicBezTo>
                    <a:close/>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31" name="Freeform: Shape 47">
                <a:extLst>
                  <a:ext uri="{FF2B5EF4-FFF2-40B4-BE49-F238E27FC236}">
                    <a16:creationId xmlns:a16="http://schemas.microsoft.com/office/drawing/2014/main" id="{9290E8D8-64BD-0760-5D7D-5CACF6D91CFF}"/>
                  </a:ext>
                </a:extLst>
              </p:cNvPr>
              <p:cNvSpPr/>
              <p:nvPr/>
            </p:nvSpPr>
            <p:spPr>
              <a:xfrm>
                <a:off x="6153149" y="3316795"/>
                <a:ext cx="38100" cy="34575"/>
              </a:xfrm>
              <a:custGeom>
                <a:avLst/>
                <a:gdLst>
                  <a:gd name="connsiteX0" fmla="*/ 38100 w 38100"/>
                  <a:gd name="connsiteY0" fmla="*/ 34576 h 34575"/>
                  <a:gd name="connsiteX1" fmla="*/ 0 w 38100"/>
                  <a:gd name="connsiteY1" fmla="*/ 34576 h 34575"/>
                  <a:gd name="connsiteX2" fmla="*/ 0 w 38100"/>
                  <a:gd name="connsiteY2" fmla="*/ 0 h 34575"/>
                </a:gdLst>
                <a:ahLst/>
                <a:cxnLst>
                  <a:cxn ang="0">
                    <a:pos x="connsiteX0" y="connsiteY0"/>
                  </a:cxn>
                  <a:cxn ang="0">
                    <a:pos x="connsiteX1" y="connsiteY1"/>
                  </a:cxn>
                  <a:cxn ang="0">
                    <a:pos x="connsiteX2" y="connsiteY2"/>
                  </a:cxn>
                </a:cxnLst>
                <a:rect l="l" t="t" r="r" b="b"/>
                <a:pathLst>
                  <a:path w="38100" h="34575">
                    <a:moveTo>
                      <a:pt x="38100" y="34576"/>
                    </a:moveTo>
                    <a:lnTo>
                      <a:pt x="0" y="34576"/>
                    </a:lnTo>
                    <a:lnTo>
                      <a:pt x="0" y="0"/>
                    </a:lnTo>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32" name="Freeform: Shape 48">
                <a:extLst>
                  <a:ext uri="{FF2B5EF4-FFF2-40B4-BE49-F238E27FC236}">
                    <a16:creationId xmlns:a16="http://schemas.microsoft.com/office/drawing/2014/main" id="{CDA78780-A4C4-CE25-9099-77B1F5350D4C}"/>
                  </a:ext>
                </a:extLst>
              </p:cNvPr>
              <p:cNvSpPr/>
              <p:nvPr/>
            </p:nvSpPr>
            <p:spPr>
              <a:xfrm>
                <a:off x="6048374" y="3342703"/>
                <a:ext cx="38100" cy="34575"/>
              </a:xfrm>
              <a:custGeom>
                <a:avLst/>
                <a:gdLst>
                  <a:gd name="connsiteX0" fmla="*/ 0 w 38100"/>
                  <a:gd name="connsiteY0" fmla="*/ 0 h 34575"/>
                  <a:gd name="connsiteX1" fmla="*/ 38100 w 38100"/>
                  <a:gd name="connsiteY1" fmla="*/ 0 h 34575"/>
                  <a:gd name="connsiteX2" fmla="*/ 38100 w 38100"/>
                  <a:gd name="connsiteY2" fmla="*/ 34576 h 34575"/>
                  <a:gd name="connsiteX3" fmla="*/ 0 w 38100"/>
                  <a:gd name="connsiteY3" fmla="*/ 34576 h 34575"/>
                </a:gdLst>
                <a:ahLst/>
                <a:cxnLst>
                  <a:cxn ang="0">
                    <a:pos x="connsiteX0" y="connsiteY0"/>
                  </a:cxn>
                  <a:cxn ang="0">
                    <a:pos x="connsiteX1" y="connsiteY1"/>
                  </a:cxn>
                  <a:cxn ang="0">
                    <a:pos x="connsiteX2" y="connsiteY2"/>
                  </a:cxn>
                  <a:cxn ang="0">
                    <a:pos x="connsiteX3" y="connsiteY3"/>
                  </a:cxn>
                </a:cxnLst>
                <a:rect l="l" t="t" r="r" b="b"/>
                <a:pathLst>
                  <a:path w="38100" h="34575">
                    <a:moveTo>
                      <a:pt x="0" y="0"/>
                    </a:moveTo>
                    <a:lnTo>
                      <a:pt x="38100" y="0"/>
                    </a:lnTo>
                    <a:lnTo>
                      <a:pt x="38100" y="34576"/>
                    </a:lnTo>
                    <a:lnTo>
                      <a:pt x="0" y="34576"/>
                    </a:lnTo>
                    <a:close/>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33" name="Freeform: Shape 49">
                <a:extLst>
                  <a:ext uri="{FF2B5EF4-FFF2-40B4-BE49-F238E27FC236}">
                    <a16:creationId xmlns:a16="http://schemas.microsoft.com/office/drawing/2014/main" id="{2D86DE2A-1AB8-2A9F-FC81-9264BEB23ED3}"/>
                  </a:ext>
                </a:extLst>
              </p:cNvPr>
              <p:cNvSpPr/>
              <p:nvPr/>
            </p:nvSpPr>
            <p:spPr>
              <a:xfrm>
                <a:off x="6048374" y="3446430"/>
                <a:ext cx="133350" cy="9525"/>
              </a:xfrm>
              <a:custGeom>
                <a:avLst/>
                <a:gdLst>
                  <a:gd name="connsiteX0" fmla="*/ 0 w 133350"/>
                  <a:gd name="connsiteY0" fmla="*/ 0 h 9525"/>
                  <a:gd name="connsiteX1" fmla="*/ 133350 w 133350"/>
                  <a:gd name="connsiteY1" fmla="*/ 0 h 9525"/>
                </a:gdLst>
                <a:ahLst/>
                <a:cxnLst>
                  <a:cxn ang="0">
                    <a:pos x="connsiteX0" y="connsiteY0"/>
                  </a:cxn>
                  <a:cxn ang="0">
                    <a:pos x="connsiteX1" y="connsiteY1"/>
                  </a:cxn>
                </a:cxnLst>
                <a:rect l="l" t="t" r="r" b="b"/>
                <a:pathLst>
                  <a:path w="133350" h="9525">
                    <a:moveTo>
                      <a:pt x="0" y="0"/>
                    </a:moveTo>
                    <a:lnTo>
                      <a:pt x="133350"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34" name="Freeform: Shape 50">
                <a:extLst>
                  <a:ext uri="{FF2B5EF4-FFF2-40B4-BE49-F238E27FC236}">
                    <a16:creationId xmlns:a16="http://schemas.microsoft.com/office/drawing/2014/main" id="{4BEEC67D-89A8-C916-934D-3DCAEDDC5EF7}"/>
                  </a:ext>
                </a:extLst>
              </p:cNvPr>
              <p:cNvSpPr/>
              <p:nvPr/>
            </p:nvSpPr>
            <p:spPr>
              <a:xfrm>
                <a:off x="6048374" y="3481006"/>
                <a:ext cx="85725" cy="9525"/>
              </a:xfrm>
              <a:custGeom>
                <a:avLst/>
                <a:gdLst>
                  <a:gd name="connsiteX0" fmla="*/ 0 w 85725"/>
                  <a:gd name="connsiteY0" fmla="*/ 0 h 9525"/>
                  <a:gd name="connsiteX1" fmla="*/ 85725 w 85725"/>
                  <a:gd name="connsiteY1" fmla="*/ 0 h 9525"/>
                </a:gdLst>
                <a:ahLst/>
                <a:cxnLst>
                  <a:cxn ang="0">
                    <a:pos x="connsiteX0" y="connsiteY0"/>
                  </a:cxn>
                  <a:cxn ang="0">
                    <a:pos x="connsiteX1" y="connsiteY1"/>
                  </a:cxn>
                </a:cxnLst>
                <a:rect l="l" t="t" r="r" b="b"/>
                <a:pathLst>
                  <a:path w="85725" h="9525">
                    <a:moveTo>
                      <a:pt x="0" y="0"/>
                    </a:moveTo>
                    <a:lnTo>
                      <a:pt x="85725"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35" name="Freeform: Shape 51">
                <a:extLst>
                  <a:ext uri="{FF2B5EF4-FFF2-40B4-BE49-F238E27FC236}">
                    <a16:creationId xmlns:a16="http://schemas.microsoft.com/office/drawing/2014/main" id="{320F6C8D-C42D-DBF2-1094-838CB6EE8EEE}"/>
                  </a:ext>
                </a:extLst>
              </p:cNvPr>
              <p:cNvSpPr/>
              <p:nvPr/>
            </p:nvSpPr>
            <p:spPr>
              <a:xfrm>
                <a:off x="6048374" y="3411855"/>
                <a:ext cx="133350" cy="9525"/>
              </a:xfrm>
              <a:custGeom>
                <a:avLst/>
                <a:gdLst>
                  <a:gd name="connsiteX0" fmla="*/ 0 w 133350"/>
                  <a:gd name="connsiteY0" fmla="*/ 0 h 9525"/>
                  <a:gd name="connsiteX1" fmla="*/ 133350 w 133350"/>
                  <a:gd name="connsiteY1" fmla="*/ 0 h 9525"/>
                </a:gdLst>
                <a:ahLst/>
                <a:cxnLst>
                  <a:cxn ang="0">
                    <a:pos x="connsiteX0" y="connsiteY0"/>
                  </a:cxn>
                  <a:cxn ang="0">
                    <a:pos x="connsiteX1" y="connsiteY1"/>
                  </a:cxn>
                </a:cxnLst>
                <a:rect l="l" t="t" r="r" b="b"/>
                <a:pathLst>
                  <a:path w="133350" h="9525">
                    <a:moveTo>
                      <a:pt x="0" y="0"/>
                    </a:moveTo>
                    <a:lnTo>
                      <a:pt x="133350"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36" name="Freeform: Shape 52">
                <a:extLst>
                  <a:ext uri="{FF2B5EF4-FFF2-40B4-BE49-F238E27FC236}">
                    <a16:creationId xmlns:a16="http://schemas.microsoft.com/office/drawing/2014/main" id="{13D64696-18B1-F215-E889-519408BFDA22}"/>
                  </a:ext>
                </a:extLst>
              </p:cNvPr>
              <p:cNvSpPr/>
              <p:nvPr/>
            </p:nvSpPr>
            <p:spPr>
              <a:xfrm>
                <a:off x="5972174" y="3342703"/>
                <a:ext cx="171450" cy="224694"/>
              </a:xfrm>
              <a:custGeom>
                <a:avLst/>
                <a:gdLst>
                  <a:gd name="connsiteX0" fmla="*/ 171450 w 171450"/>
                  <a:gd name="connsiteY0" fmla="*/ 224695 h 224694"/>
                  <a:gd name="connsiteX1" fmla="*/ 31718 w 171450"/>
                  <a:gd name="connsiteY1" fmla="*/ 224695 h 224694"/>
                  <a:gd name="connsiteX2" fmla="*/ 0 w 171450"/>
                  <a:gd name="connsiteY2" fmla="*/ 195929 h 224694"/>
                  <a:gd name="connsiteX3" fmla="*/ 0 w 171450"/>
                  <a:gd name="connsiteY3" fmla="*/ 0 h 224694"/>
                </a:gdLst>
                <a:ahLst/>
                <a:cxnLst>
                  <a:cxn ang="0">
                    <a:pos x="connsiteX0" y="connsiteY0"/>
                  </a:cxn>
                  <a:cxn ang="0">
                    <a:pos x="connsiteX1" y="connsiteY1"/>
                  </a:cxn>
                  <a:cxn ang="0">
                    <a:pos x="connsiteX2" y="connsiteY2"/>
                  </a:cxn>
                  <a:cxn ang="0">
                    <a:pos x="connsiteX3" y="connsiteY3"/>
                  </a:cxn>
                </a:cxnLst>
                <a:rect l="l" t="t" r="r" b="b"/>
                <a:pathLst>
                  <a:path w="171450" h="224694">
                    <a:moveTo>
                      <a:pt x="171450" y="224695"/>
                    </a:moveTo>
                    <a:lnTo>
                      <a:pt x="31718" y="224695"/>
                    </a:lnTo>
                    <a:cubicBezTo>
                      <a:pt x="14192" y="224695"/>
                      <a:pt x="0" y="211836"/>
                      <a:pt x="0" y="195929"/>
                    </a:cubicBezTo>
                    <a:lnTo>
                      <a:pt x="0" y="0"/>
                    </a:lnTo>
                  </a:path>
                </a:pathLst>
              </a:custGeom>
              <a:noFill/>
              <a:ln w="9525" cap="flat">
                <a:solidFill>
                  <a:schemeClr val="bg1"/>
                </a:solidFill>
                <a:prstDash val="solid"/>
                <a:miter/>
              </a:ln>
            </p:spPr>
            <p:txBody>
              <a:bodyPr rtlCol="0" anchor="ctr"/>
              <a:lstStyle/>
              <a:p>
                <a:endParaRPr lang="en-IN">
                  <a:latin typeface="Funnel Sans" pitchFamily="2" charset="0"/>
                </a:endParaRPr>
              </a:p>
            </p:txBody>
          </p:sp>
        </p:grpSp>
        <p:sp>
          <p:nvSpPr>
            <p:cNvPr id="28" name="TextBox 27">
              <a:extLst>
                <a:ext uri="{FF2B5EF4-FFF2-40B4-BE49-F238E27FC236}">
                  <a16:creationId xmlns:a16="http://schemas.microsoft.com/office/drawing/2014/main" id="{FBC67D8A-3E6B-8183-8744-E3512B0D220D}"/>
                </a:ext>
              </a:extLst>
            </p:cNvPr>
            <p:cNvSpPr txBox="1"/>
            <p:nvPr/>
          </p:nvSpPr>
          <p:spPr>
            <a:xfrm>
              <a:off x="4521064" y="3753715"/>
              <a:ext cx="1580348" cy="646331"/>
            </a:xfrm>
            <a:prstGeom prst="rect">
              <a:avLst/>
            </a:prstGeom>
            <a:noFill/>
          </p:spPr>
          <p:txBody>
            <a:bodyPr wrap="square" lIns="0" tIns="0" rIns="0" bIns="0" anchor="t">
              <a:spAutoFit/>
            </a:bodyPr>
            <a:lstStyle/>
            <a:p>
              <a:pPr algn="ctr">
                <a:spcAft>
                  <a:spcPts val="600"/>
                </a:spcAft>
                <a:defRPr/>
              </a:pPr>
              <a:r>
                <a:rPr lang="fr-FR" dirty="0" err="1">
                  <a:solidFill>
                    <a:schemeClr val="bg1"/>
                  </a:solidFill>
                </a:rPr>
                <a:t>Sample</a:t>
              </a:r>
              <a:r>
                <a:rPr lang="fr-FR" dirty="0">
                  <a:solidFill>
                    <a:schemeClr val="bg1"/>
                  </a:solidFill>
                </a:rPr>
                <a:t> </a:t>
              </a:r>
              <a:r>
                <a:rPr lang="fr-FR" dirty="0" err="1">
                  <a:solidFill>
                    <a:schemeClr val="bg1"/>
                  </a:solidFill>
                </a:rPr>
                <a:t>visualizations</a:t>
              </a:r>
              <a:r>
                <a:rPr lang="fr-FR" dirty="0">
                  <a:solidFill>
                    <a:schemeClr val="bg1"/>
                  </a:solidFill>
                </a:rPr>
                <a:t>: Input → Mask → Overlay</a:t>
              </a:r>
              <a:endParaRPr lang="en-US" dirty="0">
                <a:solidFill>
                  <a:schemeClr val="bg1"/>
                </a:solidFill>
              </a:endParaRPr>
            </a:p>
          </p:txBody>
        </p:sp>
        <p:sp>
          <p:nvSpPr>
            <p:cNvPr id="29" name="Oval 28">
              <a:extLst>
                <a:ext uri="{FF2B5EF4-FFF2-40B4-BE49-F238E27FC236}">
                  <a16:creationId xmlns:a16="http://schemas.microsoft.com/office/drawing/2014/main" id="{517F69B8-BC58-F42D-8EB4-7A0425C80636}"/>
                </a:ext>
              </a:extLst>
            </p:cNvPr>
            <p:cNvSpPr/>
            <p:nvPr/>
          </p:nvSpPr>
          <p:spPr>
            <a:xfrm>
              <a:off x="5207688" y="3421183"/>
              <a:ext cx="207100" cy="207100"/>
            </a:xfrm>
            <a:prstGeom prst="ellipse">
              <a:avLst/>
            </a:prstGeom>
            <a:solidFill>
              <a:schemeClr val="accent3"/>
            </a:solidFill>
            <a:ln w="539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latin typeface="Funnel Sans" pitchFamily="2" charset="0"/>
              </a:endParaRPr>
            </a:p>
          </p:txBody>
        </p:sp>
      </p:grpSp>
      <p:grpSp>
        <p:nvGrpSpPr>
          <p:cNvPr id="37" name="Group 36">
            <a:extLst>
              <a:ext uri="{FF2B5EF4-FFF2-40B4-BE49-F238E27FC236}">
                <a16:creationId xmlns:a16="http://schemas.microsoft.com/office/drawing/2014/main" id="{ABC1ED15-0B6F-C898-BA53-CF9F032DCF31}"/>
              </a:ext>
            </a:extLst>
          </p:cNvPr>
          <p:cNvGrpSpPr/>
          <p:nvPr/>
        </p:nvGrpSpPr>
        <p:grpSpPr>
          <a:xfrm>
            <a:off x="9215467" y="1093105"/>
            <a:ext cx="1668760" cy="1579214"/>
            <a:chOff x="4476858" y="2605388"/>
            <a:chExt cx="1668760" cy="1579214"/>
          </a:xfrm>
        </p:grpSpPr>
        <p:grpSp>
          <p:nvGrpSpPr>
            <p:cNvPr id="38" name="Group 37">
              <a:extLst>
                <a:ext uri="{FF2B5EF4-FFF2-40B4-BE49-F238E27FC236}">
                  <a16:creationId xmlns:a16="http://schemas.microsoft.com/office/drawing/2014/main" id="{66DCE8AD-0396-CE93-0CDF-8F009812982D}"/>
                </a:ext>
              </a:extLst>
            </p:cNvPr>
            <p:cNvGrpSpPr/>
            <p:nvPr/>
          </p:nvGrpSpPr>
          <p:grpSpPr>
            <a:xfrm>
              <a:off x="5119682" y="2605388"/>
              <a:ext cx="383112" cy="506470"/>
              <a:chOff x="5972174" y="3290887"/>
              <a:chExt cx="247650" cy="276510"/>
            </a:xfrm>
          </p:grpSpPr>
          <p:sp>
            <p:nvSpPr>
              <p:cNvPr id="41" name="Freeform: Shape 57">
                <a:extLst>
                  <a:ext uri="{FF2B5EF4-FFF2-40B4-BE49-F238E27FC236}">
                    <a16:creationId xmlns:a16="http://schemas.microsoft.com/office/drawing/2014/main" id="{5ED61F16-1290-2FB6-E208-7303D4F22C14}"/>
                  </a:ext>
                </a:extLst>
              </p:cNvPr>
              <p:cNvSpPr/>
              <p:nvPr/>
            </p:nvSpPr>
            <p:spPr>
              <a:xfrm>
                <a:off x="6010274" y="3290887"/>
                <a:ext cx="209550" cy="242030"/>
              </a:xfrm>
              <a:custGeom>
                <a:avLst/>
                <a:gdLst>
                  <a:gd name="connsiteX0" fmla="*/ 0 w 209550"/>
                  <a:gd name="connsiteY0" fmla="*/ 223266 h 242030"/>
                  <a:gd name="connsiteX1" fmla="*/ 0 w 209550"/>
                  <a:gd name="connsiteY1" fmla="*/ 18669 h 242030"/>
                  <a:gd name="connsiteX2" fmla="*/ 20574 w 209550"/>
                  <a:gd name="connsiteY2" fmla="*/ 0 h 242030"/>
                  <a:gd name="connsiteX3" fmla="*/ 159925 w 209550"/>
                  <a:gd name="connsiteY3" fmla="*/ 0 h 242030"/>
                  <a:gd name="connsiteX4" fmla="*/ 209550 w 209550"/>
                  <a:gd name="connsiteY4" fmla="*/ 45053 h 242030"/>
                  <a:gd name="connsiteX5" fmla="*/ 209550 w 209550"/>
                  <a:gd name="connsiteY5" fmla="*/ 223361 h 242030"/>
                  <a:gd name="connsiteX6" fmla="*/ 188976 w 209550"/>
                  <a:gd name="connsiteY6" fmla="*/ 242030 h 242030"/>
                  <a:gd name="connsiteX7" fmla="*/ 20574 w 209550"/>
                  <a:gd name="connsiteY7" fmla="*/ 242030 h 242030"/>
                  <a:gd name="connsiteX8" fmla="*/ 0 w 209550"/>
                  <a:gd name="connsiteY8" fmla="*/ 223361 h 24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550" h="242030">
                    <a:moveTo>
                      <a:pt x="0" y="223266"/>
                    </a:moveTo>
                    <a:lnTo>
                      <a:pt x="0" y="18669"/>
                    </a:lnTo>
                    <a:cubicBezTo>
                      <a:pt x="0" y="8382"/>
                      <a:pt x="9239" y="0"/>
                      <a:pt x="20574" y="0"/>
                    </a:cubicBezTo>
                    <a:lnTo>
                      <a:pt x="159925" y="0"/>
                    </a:lnTo>
                    <a:lnTo>
                      <a:pt x="209550" y="45053"/>
                    </a:lnTo>
                    <a:lnTo>
                      <a:pt x="209550" y="223361"/>
                    </a:lnTo>
                    <a:cubicBezTo>
                      <a:pt x="209550" y="233648"/>
                      <a:pt x="200311" y="242030"/>
                      <a:pt x="188976" y="242030"/>
                    </a:cubicBezTo>
                    <a:lnTo>
                      <a:pt x="20574" y="242030"/>
                    </a:lnTo>
                    <a:cubicBezTo>
                      <a:pt x="9239" y="242030"/>
                      <a:pt x="0" y="233648"/>
                      <a:pt x="0" y="223361"/>
                    </a:cubicBezTo>
                    <a:close/>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42" name="Freeform: Shape 58">
                <a:extLst>
                  <a:ext uri="{FF2B5EF4-FFF2-40B4-BE49-F238E27FC236}">
                    <a16:creationId xmlns:a16="http://schemas.microsoft.com/office/drawing/2014/main" id="{B54DC7A9-2190-CC5E-2475-38A1F8368A0F}"/>
                  </a:ext>
                </a:extLst>
              </p:cNvPr>
              <p:cNvSpPr/>
              <p:nvPr/>
            </p:nvSpPr>
            <p:spPr>
              <a:xfrm>
                <a:off x="6153149" y="3316795"/>
                <a:ext cx="38100" cy="34575"/>
              </a:xfrm>
              <a:custGeom>
                <a:avLst/>
                <a:gdLst>
                  <a:gd name="connsiteX0" fmla="*/ 38100 w 38100"/>
                  <a:gd name="connsiteY0" fmla="*/ 34576 h 34575"/>
                  <a:gd name="connsiteX1" fmla="*/ 0 w 38100"/>
                  <a:gd name="connsiteY1" fmla="*/ 34576 h 34575"/>
                  <a:gd name="connsiteX2" fmla="*/ 0 w 38100"/>
                  <a:gd name="connsiteY2" fmla="*/ 0 h 34575"/>
                </a:gdLst>
                <a:ahLst/>
                <a:cxnLst>
                  <a:cxn ang="0">
                    <a:pos x="connsiteX0" y="connsiteY0"/>
                  </a:cxn>
                  <a:cxn ang="0">
                    <a:pos x="connsiteX1" y="connsiteY1"/>
                  </a:cxn>
                  <a:cxn ang="0">
                    <a:pos x="connsiteX2" y="connsiteY2"/>
                  </a:cxn>
                </a:cxnLst>
                <a:rect l="l" t="t" r="r" b="b"/>
                <a:pathLst>
                  <a:path w="38100" h="34575">
                    <a:moveTo>
                      <a:pt x="38100" y="34576"/>
                    </a:moveTo>
                    <a:lnTo>
                      <a:pt x="0" y="34576"/>
                    </a:lnTo>
                    <a:lnTo>
                      <a:pt x="0" y="0"/>
                    </a:lnTo>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43" name="Freeform: Shape 59">
                <a:extLst>
                  <a:ext uri="{FF2B5EF4-FFF2-40B4-BE49-F238E27FC236}">
                    <a16:creationId xmlns:a16="http://schemas.microsoft.com/office/drawing/2014/main" id="{B6680ECB-D2DA-1033-4F19-589DBAA94A82}"/>
                  </a:ext>
                </a:extLst>
              </p:cNvPr>
              <p:cNvSpPr/>
              <p:nvPr/>
            </p:nvSpPr>
            <p:spPr>
              <a:xfrm>
                <a:off x="6048374" y="3342703"/>
                <a:ext cx="38100" cy="34575"/>
              </a:xfrm>
              <a:custGeom>
                <a:avLst/>
                <a:gdLst>
                  <a:gd name="connsiteX0" fmla="*/ 0 w 38100"/>
                  <a:gd name="connsiteY0" fmla="*/ 0 h 34575"/>
                  <a:gd name="connsiteX1" fmla="*/ 38100 w 38100"/>
                  <a:gd name="connsiteY1" fmla="*/ 0 h 34575"/>
                  <a:gd name="connsiteX2" fmla="*/ 38100 w 38100"/>
                  <a:gd name="connsiteY2" fmla="*/ 34576 h 34575"/>
                  <a:gd name="connsiteX3" fmla="*/ 0 w 38100"/>
                  <a:gd name="connsiteY3" fmla="*/ 34576 h 34575"/>
                </a:gdLst>
                <a:ahLst/>
                <a:cxnLst>
                  <a:cxn ang="0">
                    <a:pos x="connsiteX0" y="connsiteY0"/>
                  </a:cxn>
                  <a:cxn ang="0">
                    <a:pos x="connsiteX1" y="connsiteY1"/>
                  </a:cxn>
                  <a:cxn ang="0">
                    <a:pos x="connsiteX2" y="connsiteY2"/>
                  </a:cxn>
                  <a:cxn ang="0">
                    <a:pos x="connsiteX3" y="connsiteY3"/>
                  </a:cxn>
                </a:cxnLst>
                <a:rect l="l" t="t" r="r" b="b"/>
                <a:pathLst>
                  <a:path w="38100" h="34575">
                    <a:moveTo>
                      <a:pt x="0" y="0"/>
                    </a:moveTo>
                    <a:lnTo>
                      <a:pt x="38100" y="0"/>
                    </a:lnTo>
                    <a:lnTo>
                      <a:pt x="38100" y="34576"/>
                    </a:lnTo>
                    <a:lnTo>
                      <a:pt x="0" y="34576"/>
                    </a:lnTo>
                    <a:close/>
                  </a:path>
                </a:pathLst>
              </a:custGeom>
              <a:noFill/>
              <a:ln w="9525" cap="flat">
                <a:solidFill>
                  <a:schemeClr val="bg1"/>
                </a:solidFill>
                <a:prstDash val="solid"/>
                <a:miter/>
              </a:ln>
            </p:spPr>
            <p:txBody>
              <a:bodyPr rtlCol="0" anchor="ctr"/>
              <a:lstStyle/>
              <a:p>
                <a:endParaRPr lang="en-IN">
                  <a:latin typeface="Funnel Sans" pitchFamily="2" charset="0"/>
                </a:endParaRPr>
              </a:p>
            </p:txBody>
          </p:sp>
          <p:sp>
            <p:nvSpPr>
              <p:cNvPr id="44" name="Freeform: Shape 60">
                <a:extLst>
                  <a:ext uri="{FF2B5EF4-FFF2-40B4-BE49-F238E27FC236}">
                    <a16:creationId xmlns:a16="http://schemas.microsoft.com/office/drawing/2014/main" id="{1609D068-96F4-FEED-8C80-23AB73526D66}"/>
                  </a:ext>
                </a:extLst>
              </p:cNvPr>
              <p:cNvSpPr/>
              <p:nvPr/>
            </p:nvSpPr>
            <p:spPr>
              <a:xfrm>
                <a:off x="6048374" y="3446430"/>
                <a:ext cx="133350" cy="9525"/>
              </a:xfrm>
              <a:custGeom>
                <a:avLst/>
                <a:gdLst>
                  <a:gd name="connsiteX0" fmla="*/ 0 w 133350"/>
                  <a:gd name="connsiteY0" fmla="*/ 0 h 9525"/>
                  <a:gd name="connsiteX1" fmla="*/ 133350 w 133350"/>
                  <a:gd name="connsiteY1" fmla="*/ 0 h 9525"/>
                </a:gdLst>
                <a:ahLst/>
                <a:cxnLst>
                  <a:cxn ang="0">
                    <a:pos x="connsiteX0" y="connsiteY0"/>
                  </a:cxn>
                  <a:cxn ang="0">
                    <a:pos x="connsiteX1" y="connsiteY1"/>
                  </a:cxn>
                </a:cxnLst>
                <a:rect l="l" t="t" r="r" b="b"/>
                <a:pathLst>
                  <a:path w="133350" h="9525">
                    <a:moveTo>
                      <a:pt x="0" y="0"/>
                    </a:moveTo>
                    <a:lnTo>
                      <a:pt x="133350"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45" name="Freeform: Shape 61">
                <a:extLst>
                  <a:ext uri="{FF2B5EF4-FFF2-40B4-BE49-F238E27FC236}">
                    <a16:creationId xmlns:a16="http://schemas.microsoft.com/office/drawing/2014/main" id="{E246E367-9CF3-99A7-488F-2DC8F5E478DB}"/>
                  </a:ext>
                </a:extLst>
              </p:cNvPr>
              <p:cNvSpPr/>
              <p:nvPr/>
            </p:nvSpPr>
            <p:spPr>
              <a:xfrm>
                <a:off x="6048374" y="3481006"/>
                <a:ext cx="85725" cy="9525"/>
              </a:xfrm>
              <a:custGeom>
                <a:avLst/>
                <a:gdLst>
                  <a:gd name="connsiteX0" fmla="*/ 0 w 85725"/>
                  <a:gd name="connsiteY0" fmla="*/ 0 h 9525"/>
                  <a:gd name="connsiteX1" fmla="*/ 85725 w 85725"/>
                  <a:gd name="connsiteY1" fmla="*/ 0 h 9525"/>
                </a:gdLst>
                <a:ahLst/>
                <a:cxnLst>
                  <a:cxn ang="0">
                    <a:pos x="connsiteX0" y="connsiteY0"/>
                  </a:cxn>
                  <a:cxn ang="0">
                    <a:pos x="connsiteX1" y="connsiteY1"/>
                  </a:cxn>
                </a:cxnLst>
                <a:rect l="l" t="t" r="r" b="b"/>
                <a:pathLst>
                  <a:path w="85725" h="9525">
                    <a:moveTo>
                      <a:pt x="0" y="0"/>
                    </a:moveTo>
                    <a:lnTo>
                      <a:pt x="85725"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46" name="Freeform: Shape 62">
                <a:extLst>
                  <a:ext uri="{FF2B5EF4-FFF2-40B4-BE49-F238E27FC236}">
                    <a16:creationId xmlns:a16="http://schemas.microsoft.com/office/drawing/2014/main" id="{7DD14BB0-F56E-99B1-D441-3FE2EC6A17C1}"/>
                  </a:ext>
                </a:extLst>
              </p:cNvPr>
              <p:cNvSpPr/>
              <p:nvPr/>
            </p:nvSpPr>
            <p:spPr>
              <a:xfrm>
                <a:off x="6048374" y="3411855"/>
                <a:ext cx="133350" cy="9525"/>
              </a:xfrm>
              <a:custGeom>
                <a:avLst/>
                <a:gdLst>
                  <a:gd name="connsiteX0" fmla="*/ 0 w 133350"/>
                  <a:gd name="connsiteY0" fmla="*/ 0 h 9525"/>
                  <a:gd name="connsiteX1" fmla="*/ 133350 w 133350"/>
                  <a:gd name="connsiteY1" fmla="*/ 0 h 9525"/>
                </a:gdLst>
                <a:ahLst/>
                <a:cxnLst>
                  <a:cxn ang="0">
                    <a:pos x="connsiteX0" y="connsiteY0"/>
                  </a:cxn>
                  <a:cxn ang="0">
                    <a:pos x="connsiteX1" y="connsiteY1"/>
                  </a:cxn>
                </a:cxnLst>
                <a:rect l="l" t="t" r="r" b="b"/>
                <a:pathLst>
                  <a:path w="133350" h="9525">
                    <a:moveTo>
                      <a:pt x="0" y="0"/>
                    </a:moveTo>
                    <a:lnTo>
                      <a:pt x="133350" y="0"/>
                    </a:lnTo>
                  </a:path>
                </a:pathLst>
              </a:custGeom>
              <a:ln w="9525" cap="flat">
                <a:solidFill>
                  <a:schemeClr val="bg1"/>
                </a:solidFill>
                <a:prstDash val="solid"/>
                <a:miter/>
              </a:ln>
            </p:spPr>
            <p:txBody>
              <a:bodyPr rtlCol="0" anchor="ctr"/>
              <a:lstStyle/>
              <a:p>
                <a:endParaRPr lang="en-IN">
                  <a:latin typeface="Funnel Sans" pitchFamily="2" charset="0"/>
                </a:endParaRPr>
              </a:p>
            </p:txBody>
          </p:sp>
          <p:sp>
            <p:nvSpPr>
              <p:cNvPr id="47" name="Freeform: Shape 63">
                <a:extLst>
                  <a:ext uri="{FF2B5EF4-FFF2-40B4-BE49-F238E27FC236}">
                    <a16:creationId xmlns:a16="http://schemas.microsoft.com/office/drawing/2014/main" id="{CE9CD9A0-6185-5D05-0C7A-042C2FFFCACB}"/>
                  </a:ext>
                </a:extLst>
              </p:cNvPr>
              <p:cNvSpPr/>
              <p:nvPr/>
            </p:nvSpPr>
            <p:spPr>
              <a:xfrm>
                <a:off x="5972174" y="3342703"/>
                <a:ext cx="171450" cy="224694"/>
              </a:xfrm>
              <a:custGeom>
                <a:avLst/>
                <a:gdLst>
                  <a:gd name="connsiteX0" fmla="*/ 171450 w 171450"/>
                  <a:gd name="connsiteY0" fmla="*/ 224695 h 224694"/>
                  <a:gd name="connsiteX1" fmla="*/ 31718 w 171450"/>
                  <a:gd name="connsiteY1" fmla="*/ 224695 h 224694"/>
                  <a:gd name="connsiteX2" fmla="*/ 0 w 171450"/>
                  <a:gd name="connsiteY2" fmla="*/ 195929 h 224694"/>
                  <a:gd name="connsiteX3" fmla="*/ 0 w 171450"/>
                  <a:gd name="connsiteY3" fmla="*/ 0 h 224694"/>
                </a:gdLst>
                <a:ahLst/>
                <a:cxnLst>
                  <a:cxn ang="0">
                    <a:pos x="connsiteX0" y="connsiteY0"/>
                  </a:cxn>
                  <a:cxn ang="0">
                    <a:pos x="connsiteX1" y="connsiteY1"/>
                  </a:cxn>
                  <a:cxn ang="0">
                    <a:pos x="connsiteX2" y="connsiteY2"/>
                  </a:cxn>
                  <a:cxn ang="0">
                    <a:pos x="connsiteX3" y="connsiteY3"/>
                  </a:cxn>
                </a:cxnLst>
                <a:rect l="l" t="t" r="r" b="b"/>
                <a:pathLst>
                  <a:path w="171450" h="224694">
                    <a:moveTo>
                      <a:pt x="171450" y="224695"/>
                    </a:moveTo>
                    <a:lnTo>
                      <a:pt x="31718" y="224695"/>
                    </a:lnTo>
                    <a:cubicBezTo>
                      <a:pt x="14192" y="224695"/>
                      <a:pt x="0" y="211836"/>
                      <a:pt x="0" y="195929"/>
                    </a:cubicBezTo>
                    <a:lnTo>
                      <a:pt x="0" y="0"/>
                    </a:lnTo>
                  </a:path>
                </a:pathLst>
              </a:custGeom>
              <a:noFill/>
              <a:ln w="9525" cap="flat">
                <a:solidFill>
                  <a:schemeClr val="bg1"/>
                </a:solidFill>
                <a:prstDash val="solid"/>
                <a:miter/>
              </a:ln>
            </p:spPr>
            <p:txBody>
              <a:bodyPr rtlCol="0" anchor="ctr"/>
              <a:lstStyle/>
              <a:p>
                <a:endParaRPr lang="en-IN">
                  <a:latin typeface="Funnel Sans" pitchFamily="2" charset="0"/>
                </a:endParaRPr>
              </a:p>
            </p:txBody>
          </p:sp>
        </p:grpSp>
        <p:sp>
          <p:nvSpPr>
            <p:cNvPr id="39" name="TextBox 38">
              <a:extLst>
                <a:ext uri="{FF2B5EF4-FFF2-40B4-BE49-F238E27FC236}">
                  <a16:creationId xmlns:a16="http://schemas.microsoft.com/office/drawing/2014/main" id="{0048A055-7B71-18E5-8686-F0AF47B5AA3C}"/>
                </a:ext>
              </a:extLst>
            </p:cNvPr>
            <p:cNvSpPr txBox="1"/>
            <p:nvPr/>
          </p:nvSpPr>
          <p:spPr>
            <a:xfrm>
              <a:off x="4476858" y="3753715"/>
              <a:ext cx="1668760" cy="430887"/>
            </a:xfrm>
            <a:prstGeom prst="rect">
              <a:avLst/>
            </a:prstGeom>
            <a:noFill/>
          </p:spPr>
          <p:txBody>
            <a:bodyPr wrap="square" lIns="0" tIns="0" rIns="0" bIns="0" anchor="t">
              <a:spAutoFit/>
            </a:bodyPr>
            <a:lstStyle/>
            <a:p>
              <a:pPr algn="ctr">
                <a:spcAft>
                  <a:spcPts val="600"/>
                </a:spcAft>
                <a:defRPr/>
              </a:pPr>
              <a:r>
                <a:rPr lang="fr-FR" dirty="0">
                  <a:solidFill>
                    <a:schemeClr val="bg1"/>
                  </a:solidFill>
                </a:rPr>
                <a:t>Quick observation of performance</a:t>
              </a:r>
              <a:endParaRPr lang="en-US" dirty="0">
                <a:solidFill>
                  <a:schemeClr val="bg1"/>
                </a:solidFill>
              </a:endParaRPr>
            </a:p>
          </p:txBody>
        </p:sp>
        <p:sp>
          <p:nvSpPr>
            <p:cNvPr id="40" name="Oval 39">
              <a:extLst>
                <a:ext uri="{FF2B5EF4-FFF2-40B4-BE49-F238E27FC236}">
                  <a16:creationId xmlns:a16="http://schemas.microsoft.com/office/drawing/2014/main" id="{A22FE4CC-D3BC-3ABD-3683-3128BBF68089}"/>
                </a:ext>
              </a:extLst>
            </p:cNvPr>
            <p:cNvSpPr/>
            <p:nvPr/>
          </p:nvSpPr>
          <p:spPr>
            <a:xfrm>
              <a:off x="5207688" y="3421183"/>
              <a:ext cx="207100" cy="207100"/>
            </a:xfrm>
            <a:prstGeom prst="ellipse">
              <a:avLst/>
            </a:prstGeom>
            <a:solidFill>
              <a:schemeClr val="accent1"/>
            </a:solidFill>
            <a:ln w="539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endParaRPr lang="en-IN">
                <a:latin typeface="Funnel Sans" pitchFamily="2" charset="0"/>
              </a:endParaRPr>
            </a:p>
          </p:txBody>
        </p:sp>
      </p:grpSp>
    </p:spTree>
    <p:extLst>
      <p:ext uri="{BB962C8B-B14F-4D97-AF65-F5344CB8AC3E}">
        <p14:creationId xmlns:p14="http://schemas.microsoft.com/office/powerpoint/2010/main" val="2218097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4000"/>
                                        <p:tgtEl>
                                          <p:spTgt spid="3"/>
                                        </p:tgtEl>
                                      </p:cBhvr>
                                    </p:animEffect>
                                  </p:childTnLst>
                                </p:cTn>
                              </p:par>
                              <p:par>
                                <p:cTn id="8" presetID="10" presetClass="entr" presetSubtype="0"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nodeType="withEffect">
                                  <p:stCondLst>
                                    <p:cond delay="20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childTnLst>
                                </p:cTn>
                              </p:par>
                              <p:par>
                                <p:cTn id="14" presetID="10" presetClass="entr" presetSubtype="0" fill="hold" nodeType="withEffect">
                                  <p:stCondLst>
                                    <p:cond delay="300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1000"/>
                                        <p:tgtEl>
                                          <p:spTgt spid="26"/>
                                        </p:tgtEl>
                                      </p:cBhvr>
                                    </p:animEffect>
                                  </p:childTnLst>
                                </p:cTn>
                              </p:par>
                              <p:par>
                                <p:cTn id="17" presetID="10" presetClass="entr" presetSubtype="0" fill="hold" nodeType="withEffect">
                                  <p:stCondLst>
                                    <p:cond delay="400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52118-AB96-F73D-01C6-9B6D7D54B59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750A8E5-B019-5043-6668-51CF1135F92B}"/>
              </a:ext>
            </a:extLst>
          </p:cNvPr>
          <p:cNvSpPr>
            <a:spLocks noGrp="1"/>
          </p:cNvSpPr>
          <p:nvPr>
            <p:ph type="body" sz="quarter" idx="25"/>
          </p:nvPr>
        </p:nvSpPr>
        <p:spPr/>
        <p:txBody>
          <a:bodyPr>
            <a:normAutofit fontScale="85000" lnSpcReduction="10000"/>
          </a:bodyPr>
          <a:lstStyle/>
          <a:p>
            <a:endParaRPr lang="en-US">
              <a:latin typeface="Funnel Sans"/>
            </a:endParaRPr>
          </a:p>
          <a:p>
            <a:endParaRPr lang="en-US">
              <a:latin typeface="Funnel Sans"/>
            </a:endParaRPr>
          </a:p>
          <a:p>
            <a:r>
              <a:rPr lang="en-US">
                <a:latin typeface="Funnel Sans"/>
              </a:rPr>
              <a:t>Challenges faced and solutions</a:t>
            </a:r>
            <a:endParaRPr lang="en-US"/>
          </a:p>
          <a:p>
            <a:pPr marL="285750" indent="-285750">
              <a:buFont typeface="Arial"/>
              <a:buChar char="•"/>
            </a:pPr>
            <a:endParaRPr lang="en-US"/>
          </a:p>
          <a:p>
            <a:endParaRPr lang="en-US" dirty="0"/>
          </a:p>
        </p:txBody>
      </p:sp>
      <p:sp>
        <p:nvSpPr>
          <p:cNvPr id="13" name="Text Placeholder 12">
            <a:extLst>
              <a:ext uri="{FF2B5EF4-FFF2-40B4-BE49-F238E27FC236}">
                <a16:creationId xmlns:a16="http://schemas.microsoft.com/office/drawing/2014/main" id="{5A74CD06-5AD6-6D47-8267-5AF2BC100B83}"/>
              </a:ext>
            </a:extLst>
          </p:cNvPr>
          <p:cNvSpPr>
            <a:spLocks noGrp="1"/>
          </p:cNvSpPr>
          <p:nvPr>
            <p:ph type="body" sz="quarter" idx="26"/>
          </p:nvPr>
        </p:nvSpPr>
        <p:spPr/>
        <p:txBody>
          <a:bodyPr>
            <a:normAutofit/>
          </a:bodyPr>
          <a:lstStyle/>
          <a:p>
            <a:r>
              <a:rPr lang="en-US"/>
              <a:t>Demo: image upload → predicted mask → overlay visualization</a:t>
            </a:r>
          </a:p>
        </p:txBody>
      </p:sp>
      <p:sp>
        <p:nvSpPr>
          <p:cNvPr id="14" name="Text Placeholder 13">
            <a:extLst>
              <a:ext uri="{FF2B5EF4-FFF2-40B4-BE49-F238E27FC236}">
                <a16:creationId xmlns:a16="http://schemas.microsoft.com/office/drawing/2014/main" id="{7E6D1B3A-3981-03EC-3EF5-A813722E973E}"/>
              </a:ext>
            </a:extLst>
          </p:cNvPr>
          <p:cNvSpPr>
            <a:spLocks noGrp="1"/>
          </p:cNvSpPr>
          <p:nvPr>
            <p:ph type="body" sz="quarter" idx="27"/>
          </p:nvPr>
        </p:nvSpPr>
        <p:spPr/>
        <p:txBody>
          <a:bodyPr>
            <a:normAutofit/>
          </a:bodyPr>
          <a:lstStyle/>
          <a:p>
            <a:endParaRPr lang="en-US">
              <a:latin typeface="Funnel Sans"/>
            </a:endParaRPr>
          </a:p>
          <a:p>
            <a:r>
              <a:rPr lang="en-US">
                <a:latin typeface="Funnel Sans"/>
              </a:rPr>
              <a:t>Inference speed (~0.025 sec per image)</a:t>
            </a:r>
            <a:endParaRPr lang="en-US"/>
          </a:p>
          <a:p>
            <a:endParaRPr lang="en-US" dirty="0"/>
          </a:p>
        </p:txBody>
      </p:sp>
      <p:sp>
        <p:nvSpPr>
          <p:cNvPr id="40" name="Text Placeholder 39">
            <a:extLst>
              <a:ext uri="{FF2B5EF4-FFF2-40B4-BE49-F238E27FC236}">
                <a16:creationId xmlns:a16="http://schemas.microsoft.com/office/drawing/2014/main" id="{FEEEB0C5-3BD6-8ED0-3FF7-29B3EDFF2CF8}"/>
              </a:ext>
            </a:extLst>
          </p:cNvPr>
          <p:cNvSpPr>
            <a:spLocks noGrp="1"/>
          </p:cNvSpPr>
          <p:nvPr>
            <p:ph type="body" sz="quarter" idx="17"/>
          </p:nvPr>
        </p:nvSpPr>
        <p:spPr/>
        <p:txBody>
          <a:bodyPr/>
          <a:lstStyle/>
          <a:p>
            <a:r>
              <a:rPr lang="en-US">
                <a:latin typeface="Funnel Sans"/>
                <a:sym typeface="Georgia"/>
              </a:rPr>
              <a:t>Key takeaways from implementing model from scratch</a:t>
            </a:r>
            <a:endParaRPr lang="en-US"/>
          </a:p>
        </p:txBody>
      </p:sp>
      <p:sp>
        <p:nvSpPr>
          <p:cNvPr id="6" name="Title 5">
            <a:extLst>
              <a:ext uri="{FF2B5EF4-FFF2-40B4-BE49-F238E27FC236}">
                <a16:creationId xmlns:a16="http://schemas.microsoft.com/office/drawing/2014/main" id="{1AD95710-15F2-FFB6-A2DB-325AB2189B3E}"/>
              </a:ext>
            </a:extLst>
          </p:cNvPr>
          <p:cNvSpPr>
            <a:spLocks noGrp="1"/>
          </p:cNvSpPr>
          <p:nvPr>
            <p:ph type="title"/>
          </p:nvPr>
        </p:nvSpPr>
        <p:spPr/>
        <p:txBody>
          <a:bodyPr/>
          <a:lstStyle/>
          <a:p>
            <a:r>
              <a:rPr lang="en-US" b="0" dirty="0">
                <a:latin typeface="Funnel Sans"/>
                <a:sym typeface="Georgia"/>
              </a:rPr>
              <a:t>Learnings &amp; Demo</a:t>
            </a:r>
            <a:endParaRPr lang="en-US" dirty="0"/>
          </a:p>
        </p:txBody>
      </p:sp>
    </p:spTree>
    <p:extLst>
      <p:ext uri="{BB962C8B-B14F-4D97-AF65-F5344CB8AC3E}">
        <p14:creationId xmlns:p14="http://schemas.microsoft.com/office/powerpoint/2010/main" val="181617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4E7B5-1176-CA64-F5ED-F4E37D6DAAC5}"/>
            </a:ext>
          </a:extLst>
        </p:cNvPr>
        <p:cNvGrpSpPr/>
        <p:nvPr/>
      </p:nvGrpSpPr>
      <p:grpSpPr>
        <a:xfrm>
          <a:off x="0" y="0"/>
          <a:ext cx="0" cy="0"/>
          <a:chOff x="0" y="0"/>
          <a:chExt cx="0" cy="0"/>
        </a:xfrm>
      </p:grpSpPr>
      <p:pic>
        <p:nvPicPr>
          <p:cNvPr id="18" name="Picture Placeholder 17" descr="A aerial view of trees with different colored leaves&#10;&#10;Description automatically generated">
            <a:extLst>
              <a:ext uri="{FF2B5EF4-FFF2-40B4-BE49-F238E27FC236}">
                <a16:creationId xmlns:a16="http://schemas.microsoft.com/office/drawing/2014/main" id="{671A91C2-F437-79FD-77D7-6065F0186AE0}"/>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2" name="Title 1">
            <a:extLst>
              <a:ext uri="{FF2B5EF4-FFF2-40B4-BE49-F238E27FC236}">
                <a16:creationId xmlns:a16="http://schemas.microsoft.com/office/drawing/2014/main" id="{585EDFA2-5668-C086-26F8-81E0895112F3}"/>
              </a:ext>
            </a:extLst>
          </p:cNvPr>
          <p:cNvSpPr>
            <a:spLocks noGrp="1"/>
          </p:cNvSpPr>
          <p:nvPr>
            <p:ph type="title"/>
          </p:nvPr>
        </p:nvSpPr>
        <p:spPr/>
        <p:txBody>
          <a:bodyPr/>
          <a:lstStyle/>
          <a:p>
            <a:r>
              <a:rPr lang="en-GB" dirty="0"/>
              <a:t>Thank you</a:t>
            </a:r>
          </a:p>
        </p:txBody>
      </p:sp>
      <p:pic>
        <p:nvPicPr>
          <p:cNvPr id="6" name="Picture 5" descr="A logo with white text&#10;&#10;Description automatically generated">
            <a:extLst>
              <a:ext uri="{FF2B5EF4-FFF2-40B4-BE49-F238E27FC236}">
                <a16:creationId xmlns:a16="http://schemas.microsoft.com/office/drawing/2014/main" id="{26AAF6AE-535E-DC07-6B69-B1777F48CE4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42049" y="2152270"/>
            <a:ext cx="4869997" cy="2553458"/>
          </a:xfrm>
          <a:prstGeom prst="rect">
            <a:avLst/>
          </a:prstGeom>
        </p:spPr>
      </p:pic>
      <p:sp>
        <p:nvSpPr>
          <p:cNvPr id="3" name="Google Shape;22;p26">
            <a:extLst>
              <a:ext uri="{FF2B5EF4-FFF2-40B4-BE49-F238E27FC236}">
                <a16:creationId xmlns:a16="http://schemas.microsoft.com/office/drawing/2014/main" id="{ADB1E435-560A-D344-9606-43A1A8F620DE}"/>
              </a:ext>
            </a:extLst>
          </p:cNvPr>
          <p:cNvSpPr txBox="1">
            <a:spLocks/>
          </p:cNvSpPr>
          <p:nvPr/>
        </p:nvSpPr>
        <p:spPr>
          <a:xfrm>
            <a:off x="9829092" y="6361924"/>
            <a:ext cx="2188802" cy="338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800" b="0" i="0" u="none" strike="noStrike" cap="none">
                <a:solidFill>
                  <a:schemeClr val="tx1">
                    <a:lumMod val="10000"/>
                    <a:lumOff val="90000"/>
                    <a:alpha val="50000"/>
                  </a:schemeClr>
                </a:solidFill>
                <a:latin typeface="Funnel Sans" pitchFamily="2"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GB" dirty="0"/>
              <a:t>© 2025 Copyright Genpact. All Rights Reserved.</a:t>
            </a:r>
          </a:p>
        </p:txBody>
      </p:sp>
    </p:spTree>
    <p:extLst>
      <p:ext uri="{BB962C8B-B14F-4D97-AF65-F5344CB8AC3E}">
        <p14:creationId xmlns:p14="http://schemas.microsoft.com/office/powerpoint/2010/main" val="1793008536"/>
      </p:ext>
    </p:extLst>
  </p:cSld>
  <p:clrMapOvr>
    <a:masterClrMapping/>
  </p:clrMapOvr>
</p:sld>
</file>

<file path=ppt/theme/theme1.xml><?xml version="1.0" encoding="utf-8"?>
<a:theme xmlns:a="http://schemas.openxmlformats.org/drawingml/2006/main" name="Custom Design">
  <a:themeElements>
    <a:clrScheme name="Custom 148">
      <a:dk1>
        <a:srgbClr val="161916"/>
      </a:dk1>
      <a:lt1>
        <a:srgbClr val="FFFDFF"/>
      </a:lt1>
      <a:dk2>
        <a:srgbClr val="161916"/>
      </a:dk2>
      <a:lt2>
        <a:srgbClr val="FDF8F4"/>
      </a:lt2>
      <a:accent1>
        <a:srgbClr val="FD4E59"/>
      </a:accent1>
      <a:accent2>
        <a:srgbClr val="6D7069"/>
      </a:accent2>
      <a:accent3>
        <a:srgbClr val="FFAB28"/>
      </a:accent3>
      <a:accent4>
        <a:srgbClr val="161916"/>
      </a:accent4>
      <a:accent5>
        <a:srgbClr val="494949"/>
      </a:accent5>
      <a:accent6>
        <a:srgbClr val="FFF0DC"/>
      </a:accent6>
      <a:hlink>
        <a:srgbClr val="FE4F58"/>
      </a:hlink>
      <a:folHlink>
        <a:srgbClr val="FFAD2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ustom Design">
  <a:themeElements>
    <a:clrScheme name="Custom 148">
      <a:dk1>
        <a:srgbClr val="161916"/>
      </a:dk1>
      <a:lt1>
        <a:srgbClr val="FFFDFF"/>
      </a:lt1>
      <a:dk2>
        <a:srgbClr val="161916"/>
      </a:dk2>
      <a:lt2>
        <a:srgbClr val="FDF8F4"/>
      </a:lt2>
      <a:accent1>
        <a:srgbClr val="FD4E59"/>
      </a:accent1>
      <a:accent2>
        <a:srgbClr val="6D7069"/>
      </a:accent2>
      <a:accent3>
        <a:srgbClr val="FFAB28"/>
      </a:accent3>
      <a:accent4>
        <a:srgbClr val="161916"/>
      </a:accent4>
      <a:accent5>
        <a:srgbClr val="494949"/>
      </a:accent5>
      <a:accent6>
        <a:srgbClr val="FFF0DC"/>
      </a:accent6>
      <a:hlink>
        <a:srgbClr val="FE4F58"/>
      </a:hlink>
      <a:folHlink>
        <a:srgbClr val="FFAD2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372e849b-fc60-49fc-88ef-6f6a3a7352cc" xsi:nil="true"/>
    <lcf76f155ced4ddcb4097134ff3c332f xmlns="24efd74e-70fc-4ae7-9af1-193f4b512e3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76F38C3A604F448DC00A667CF5567C" ma:contentTypeVersion="18" ma:contentTypeDescription="Create a new document." ma:contentTypeScope="" ma:versionID="a366ae83c922f961ee1a2ff11501752e">
  <xsd:schema xmlns:xsd="http://www.w3.org/2001/XMLSchema" xmlns:xs="http://www.w3.org/2001/XMLSchema" xmlns:p="http://schemas.microsoft.com/office/2006/metadata/properties" xmlns:ns2="24efd74e-70fc-4ae7-9af1-193f4b512e31" xmlns:ns3="bd251cb2-1da6-4860-af86-f9dc13914816" xmlns:ns4="372e849b-fc60-49fc-88ef-6f6a3a7352cc" targetNamespace="http://schemas.microsoft.com/office/2006/metadata/properties" ma:root="true" ma:fieldsID="3961dd6af6b1ea07efe4b179702e266d" ns2:_="" ns3:_="" ns4:_="">
    <xsd:import namespace="24efd74e-70fc-4ae7-9af1-193f4b512e31"/>
    <xsd:import namespace="bd251cb2-1da6-4860-af86-f9dc13914816"/>
    <xsd:import namespace="372e849b-fc60-49fc-88ef-6f6a3a7352c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DateTaken"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efd74e-70fc-4ae7-9af1-193f4b512e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c962de5-690c-40f6-9925-46ff4f3fc18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d251cb2-1da6-4860-af86-f9dc1391481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72e849b-fc60-49fc-88ef-6f6a3a7352cc"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5d3c573b-1548-4a47-afd1-41f442222deb}" ma:internalName="TaxCatchAll" ma:showField="CatchAllData" ma:web="bd251cb2-1da6-4860-af86-f9dc139148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19FF71-DE7A-4B4B-BB18-934F4FB0C56A}">
  <ds:schemaRefs>
    <ds:schemaRef ds:uri="http://schemas.microsoft.com/sharepoint/v3/contenttype/forms"/>
  </ds:schemaRefs>
</ds:datastoreItem>
</file>

<file path=customXml/itemProps2.xml><?xml version="1.0" encoding="utf-8"?>
<ds:datastoreItem xmlns:ds="http://schemas.openxmlformats.org/officeDocument/2006/customXml" ds:itemID="{AC7FB29C-10F2-4698-AA4E-399E5AC39323}">
  <ds:schemaRefs>
    <ds:schemaRef ds:uri="http://schemas.microsoft.com/office/2006/documentManagement/types"/>
    <ds:schemaRef ds:uri="http://purl.org/dc/elements/1.1/"/>
    <ds:schemaRef ds:uri="http://purl.org/dc/dcmitype/"/>
    <ds:schemaRef ds:uri="http://www.w3.org/XML/1998/namespace"/>
    <ds:schemaRef ds:uri="http://schemas.microsoft.com/office/infopath/2007/PartnerControls"/>
    <ds:schemaRef ds:uri="http://schemas.openxmlformats.org/package/2006/metadata/core-properties"/>
    <ds:schemaRef ds:uri="372e849b-fc60-49fc-88ef-6f6a3a7352cc"/>
    <ds:schemaRef ds:uri="http://schemas.microsoft.com/office/2006/metadata/properties"/>
    <ds:schemaRef ds:uri="bd251cb2-1da6-4860-af86-f9dc13914816"/>
    <ds:schemaRef ds:uri="24efd74e-70fc-4ae7-9af1-193f4b512e31"/>
    <ds:schemaRef ds:uri="http://purl.org/dc/terms/"/>
  </ds:schemaRefs>
</ds:datastoreItem>
</file>

<file path=customXml/itemProps3.xml><?xml version="1.0" encoding="utf-8"?>
<ds:datastoreItem xmlns:ds="http://schemas.openxmlformats.org/officeDocument/2006/customXml" ds:itemID="{722650FF-3009-43F2-B746-4876D3CEBC5A}">
  <ds:schemaRefs>
    <ds:schemaRef ds:uri="24efd74e-70fc-4ae7-9af1-193f4b512e31"/>
    <ds:schemaRef ds:uri="372e849b-fc60-49fc-88ef-6f6a3a7352cc"/>
    <ds:schemaRef ds:uri="bd251cb2-1da6-4860-af86-f9dc13914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1375</TotalTime>
  <Words>2741</Words>
  <Application>Microsoft Office PowerPoint</Application>
  <PresentationFormat>Widescreen</PresentationFormat>
  <Paragraphs>393</Paragraphs>
  <Slides>6</Slides>
  <Notes>0</Notes>
  <HiddenSlides>0</HiddenSlides>
  <MMClips>0</MMClips>
  <ScaleCrop>false</ScaleCrop>
  <HeadingPairs>
    <vt:vector size="4" baseType="variant">
      <vt:variant>
        <vt:lpstr>Theme</vt:lpstr>
      </vt:variant>
      <vt:variant>
        <vt:i4>2</vt:i4>
      </vt:variant>
      <vt:variant>
        <vt:lpstr>Slide Titles</vt:lpstr>
      </vt:variant>
      <vt:variant>
        <vt:i4>6</vt:i4>
      </vt:variant>
    </vt:vector>
  </HeadingPairs>
  <TitlesOfParts>
    <vt:vector size="8" baseType="lpstr">
      <vt:lpstr>Custom Design</vt:lpstr>
      <vt:lpstr>1_Custom Design</vt:lpstr>
      <vt:lpstr>Salient Object Detection from Scratch</vt:lpstr>
      <vt:lpstr>Problem &amp; Motivation</vt:lpstr>
      <vt:lpstr>Methods / Model</vt:lpstr>
      <vt:lpstr>Experiments &amp; Results</vt:lpstr>
      <vt:lpstr>Learnings &amp; Demo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Erica Cooper</dc:creator>
  <cp:lastModifiedBy>Bhattacharya, Subhabrata</cp:lastModifiedBy>
  <cp:revision>101</cp:revision>
  <cp:lastPrinted>2024-12-13T12:20:15Z</cp:lastPrinted>
  <dcterms:created xsi:type="dcterms:W3CDTF">2024-12-13T08:30:06Z</dcterms:created>
  <dcterms:modified xsi:type="dcterms:W3CDTF">2025-11-23T22:04:57Z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0x010100CC76F38C3A604F448DC00A667CF5567C</vt:lpwstr>
  </property>
</Properties>
</file>